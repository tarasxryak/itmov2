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482498807e4d91" /><Relationship Type="http://schemas.openxmlformats.org/officeDocument/2006/relationships/extended-properties" Target="/docProps/app.xml" Id="R79e01e5a00f44a4e" /><Relationship Type="http://schemas.openxmlformats.org/officeDocument/2006/relationships/officeDocument" Target="/ppt/presentation.xml" Id="Rb215ff5fd9204cc1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c12203a12edb45a8"/>
  </p:sldMasterIdLst>
  <p:notesMasterIdLst>
    <p:notesMasterId xmlns:r="http://schemas.openxmlformats.org/officeDocument/2006/relationships" r:id="Rfa3a83ae47154407"/>
  </p:notesMasterIdLst>
  <p:sldIdLst>
    <p:sldId xmlns:r="http://schemas.openxmlformats.org/officeDocument/2006/relationships" id="256" r:id="Re918fe3040c54355"/>
    <p:sldId xmlns:r="http://schemas.openxmlformats.org/officeDocument/2006/relationships" id="257" r:id="Rfc90f664f7d74409"/>
    <p:sldId xmlns:r="http://schemas.openxmlformats.org/officeDocument/2006/relationships" id="258" r:id="R7ff0f39096bb4a61"/>
    <p:sldId xmlns:r="http://schemas.openxmlformats.org/officeDocument/2006/relationships" id="259" r:id="Rf81968642d8f40d1"/>
    <p:sldId xmlns:r="http://schemas.openxmlformats.org/officeDocument/2006/relationships" id="260" r:id="R29da664e5af04ace"/>
    <p:sldId xmlns:r="http://schemas.openxmlformats.org/officeDocument/2006/relationships" id="261" r:id="R4736217765744291"/>
    <p:sldId xmlns:r="http://schemas.openxmlformats.org/officeDocument/2006/relationships" id="262" r:id="R8d4aea85bf584c40"/>
    <p:sldId xmlns:r="http://schemas.openxmlformats.org/officeDocument/2006/relationships" id="263" r:id="R7bc6f39062444cda"/>
    <p:sldId xmlns:r="http://schemas.openxmlformats.org/officeDocument/2006/relationships" id="264" r:id="R20fcbfbf6e96405f"/>
    <p:sldId xmlns:r="http://schemas.openxmlformats.org/officeDocument/2006/relationships" id="265" r:id="R83265485b2ff4159"/>
    <p:sldId xmlns:r="http://schemas.openxmlformats.org/officeDocument/2006/relationships" id="266" r:id="Rf60677fe5a654189"/>
    <p:sldId xmlns:r="http://schemas.openxmlformats.org/officeDocument/2006/relationships" id="267" r:id="R0de6f4960f194be5"/>
    <p:sldId xmlns:r="http://schemas.openxmlformats.org/officeDocument/2006/relationships" id="268" r:id="Re112abc1dc3d4958"/>
    <p:sldId xmlns:r="http://schemas.openxmlformats.org/officeDocument/2006/relationships" id="269" r:id="Rd8641a709e854d37"/>
    <p:sldId xmlns:r="http://schemas.openxmlformats.org/officeDocument/2006/relationships" id="270" r:id="R92c4d004a26546c4"/>
    <p:sldId xmlns:r="http://schemas.openxmlformats.org/officeDocument/2006/relationships" id="271" r:id="Raf2f7835d7434a50"/>
    <p:sldId xmlns:r="http://schemas.openxmlformats.org/officeDocument/2006/relationships" id="272" r:id="R3cf65bb7b3d54a13"/>
    <p:sldId xmlns:r="http://schemas.openxmlformats.org/officeDocument/2006/relationships" id="273" r:id="Rafff4b3f8cc24efc"/>
  </p:sldIdLst>
  <p:sldSz cx="24384000" cy="13716000"/>
  <p:notesSz cx="6858000" cy="9144000"/>
  <p:embeddedFontLst>
    <p:embeddedFont>
      <p:font typeface="Helvetica Neue"/>
      <p:regular xmlns:r="http://schemas.openxmlformats.org/officeDocument/2006/relationships" r:id="R9637bd814eea433e"/>
      <p:bold xmlns:r="http://schemas.openxmlformats.org/officeDocument/2006/relationships" r:id="R6c4c16d38ba84d9b"/>
      <p:italic xmlns:r="http://schemas.openxmlformats.org/officeDocument/2006/relationships" r:id="R84602cbb0cbd4468"/>
      <p:boldItalic xmlns:r="http://schemas.openxmlformats.org/officeDocument/2006/relationships" r:id="R70c3836730cb4423"/>
    </p:embeddedFont>
    <p:embeddedFont>
      <p:font typeface="Manrope"/>
      <p:regular xmlns:r="http://schemas.openxmlformats.org/officeDocument/2006/relationships" r:id="Rb207c8a17ac0491c"/>
      <p:bold xmlns:r="http://schemas.openxmlformats.org/officeDocument/2006/relationships" r:id="R8600728fd12f4c9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72EF37AD-4C2D-4FDF-A593-1AFF832C8FC9}">
  <a:tblStyle styleId="{72EF37AD-4C2D-4FDF-A593-1AFF832C8FC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23161e55ff04f0f" /><Relationship Type="http://schemas.openxmlformats.org/officeDocument/2006/relationships/slideMaster" Target="/ppt/slideMasters/slideMaster1.xml" Id="Rc12203a12edb45a8" /><Relationship Type="http://schemas.openxmlformats.org/officeDocument/2006/relationships/notesMaster" Target="/ppt/notesMasters/notesMaster1.xml" Id="Rfa3a83ae47154407" /><Relationship Type="http://schemas.openxmlformats.org/officeDocument/2006/relationships/presProps" Target="/ppt/presProps.xml" Id="R8ed725f1b154409d" /><Relationship Type="http://schemas.openxmlformats.org/officeDocument/2006/relationships/viewProps" Target="/ppt/viewProps.xml" Id="R984d00283dae4614" /><Relationship Type="http://schemas.openxmlformats.org/officeDocument/2006/relationships/tableStyles" Target="/ppt/tableStyles.xml" Id="R803fb0542fa04042" /><Relationship Type="http://schemas.openxmlformats.org/officeDocument/2006/relationships/font" Target="/ppt/fonts/font.dat" Id="R9637bd814eea433e" /><Relationship Type="http://schemas.openxmlformats.org/officeDocument/2006/relationships/font" Target="/ppt/fonts/font2.dat" Id="R6c4c16d38ba84d9b" /><Relationship Type="http://schemas.openxmlformats.org/officeDocument/2006/relationships/font" Target="/ppt/fonts/font3.dat" Id="R84602cbb0cbd4468" /><Relationship Type="http://schemas.openxmlformats.org/officeDocument/2006/relationships/font" Target="/ppt/fonts/font4.dat" Id="R70c3836730cb4423" /><Relationship Type="http://schemas.openxmlformats.org/officeDocument/2006/relationships/font" Target="/ppt/fonts/font5.dat" Id="Rb207c8a17ac0491c" /><Relationship Type="http://schemas.openxmlformats.org/officeDocument/2006/relationships/font" Target="/ppt/fonts/font6.dat" Id="R8600728fd12f4c9a" /><Relationship Type="http://schemas.openxmlformats.org/officeDocument/2006/relationships/slide" Target="/ppt/slides/slide1.xml" Id="Re918fe3040c54355" /><Relationship Type="http://schemas.openxmlformats.org/officeDocument/2006/relationships/slide" Target="/ppt/slides/slide2.xml" Id="Rfc90f664f7d74409" /><Relationship Type="http://schemas.openxmlformats.org/officeDocument/2006/relationships/slide" Target="/ppt/slides/slide3.xml" Id="R7ff0f39096bb4a61" /><Relationship Type="http://schemas.openxmlformats.org/officeDocument/2006/relationships/slide" Target="/ppt/slides/slide4.xml" Id="Rf81968642d8f40d1" /><Relationship Type="http://schemas.openxmlformats.org/officeDocument/2006/relationships/slide" Target="/ppt/slides/slide5.xml" Id="R29da664e5af04ace" /><Relationship Type="http://schemas.openxmlformats.org/officeDocument/2006/relationships/slide" Target="/ppt/slides/slide6.xml" Id="R4736217765744291" /><Relationship Type="http://schemas.openxmlformats.org/officeDocument/2006/relationships/slide" Target="/ppt/slides/slide7.xml" Id="R8d4aea85bf584c40" /><Relationship Type="http://schemas.openxmlformats.org/officeDocument/2006/relationships/slide" Target="/ppt/slides/slide8.xml" Id="R7bc6f39062444cda" /><Relationship Type="http://schemas.openxmlformats.org/officeDocument/2006/relationships/slide" Target="/ppt/slides/slide9.xml" Id="R20fcbfbf6e96405f" /><Relationship Type="http://schemas.openxmlformats.org/officeDocument/2006/relationships/slide" Target="/ppt/slides/slide10.xml" Id="R83265485b2ff4159" /><Relationship Type="http://schemas.openxmlformats.org/officeDocument/2006/relationships/slide" Target="/ppt/slides/slide11.xml" Id="Rf60677fe5a654189" /><Relationship Type="http://schemas.openxmlformats.org/officeDocument/2006/relationships/slide" Target="/ppt/slides/slide12.xml" Id="R0de6f4960f194be5" /><Relationship Type="http://schemas.openxmlformats.org/officeDocument/2006/relationships/slide" Target="/ppt/slides/slide13.xml" Id="Re112abc1dc3d4958" /><Relationship Type="http://schemas.openxmlformats.org/officeDocument/2006/relationships/slide" Target="/ppt/slides/slide14.xml" Id="Rd8641a709e854d37" /><Relationship Type="http://schemas.openxmlformats.org/officeDocument/2006/relationships/slide" Target="/ppt/slides/slide15.xml" Id="R92c4d004a26546c4" /><Relationship Type="http://schemas.openxmlformats.org/officeDocument/2006/relationships/slide" Target="/ppt/slides/slide16.xml" Id="Raf2f7835d7434a50" /><Relationship Type="http://schemas.openxmlformats.org/officeDocument/2006/relationships/slide" Target="/ppt/slides/slide17.xml" Id="R3cf65bb7b3d54a13" /><Relationship Type="http://schemas.openxmlformats.org/officeDocument/2006/relationships/slide" Target="/ppt/slides/slide18.xml" Id="Rafff4b3f8cc24e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122912366d49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0aaba072ad44fb" /><Relationship Type="http://schemas.openxmlformats.org/officeDocument/2006/relationships/notesMaster" Target="/ppt/notesMasters/notesMaster1.xml" Id="Ra6b5f11222e14d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ab14118d80b46d0" /><Relationship Type="http://schemas.openxmlformats.org/officeDocument/2006/relationships/notesMaster" Target="/ppt/notesMasters/notesMaster1.xml" Id="R59d4e447643a4c7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2d1961ce1c4e83" /><Relationship Type="http://schemas.openxmlformats.org/officeDocument/2006/relationships/notesMaster" Target="/ppt/notesMasters/notesMaster1.xml" Id="R91eb10bea36c4c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4e43873fdc454a" /><Relationship Type="http://schemas.openxmlformats.org/officeDocument/2006/relationships/notesMaster" Target="/ppt/notesMasters/notesMaster1.xml" Id="Rf482144208da4a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312aea76ca44c6" /><Relationship Type="http://schemas.openxmlformats.org/officeDocument/2006/relationships/notesMaster" Target="/ppt/notesMasters/notesMaster1.xml" Id="Rd02a927b977d49f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afbabfa7a74a72" /><Relationship Type="http://schemas.openxmlformats.org/officeDocument/2006/relationships/notesMaster" Target="/ppt/notesMasters/notesMaster1.xml" Id="R7de717820e914f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32a703e16546d8" /><Relationship Type="http://schemas.openxmlformats.org/officeDocument/2006/relationships/notesMaster" Target="/ppt/notesMasters/notesMaster1.xml" Id="Rbfffdb59beba4d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07dfd106b24a64" /><Relationship Type="http://schemas.openxmlformats.org/officeDocument/2006/relationships/notesMaster" Target="/ppt/notesMasters/notesMaster1.xml" Id="R6eda19001a0b4c3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a68dba826f4d65" /><Relationship Type="http://schemas.openxmlformats.org/officeDocument/2006/relationships/notesMaster" Target="/ppt/notesMasters/notesMaster1.xml" Id="R57e832dee3874d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18b2a25a0eb4b0f" /><Relationship Type="http://schemas.openxmlformats.org/officeDocument/2006/relationships/notesMaster" Target="/ppt/notesMasters/notesMaster1.xml" Id="Rb58d9792488841e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5a10e1a03c4212" /><Relationship Type="http://schemas.openxmlformats.org/officeDocument/2006/relationships/notesMaster" Target="/ppt/notesMasters/notesMaster1.xml" Id="R5e6bdb72ce064a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ff84f8bc06e4d5a" /><Relationship Type="http://schemas.openxmlformats.org/officeDocument/2006/relationships/notesMaster" Target="/ppt/notesMasters/notesMaster1.xml" Id="R330cb18eec3948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6906593fc249ba" /><Relationship Type="http://schemas.openxmlformats.org/officeDocument/2006/relationships/notesMaster" Target="/ppt/notesMasters/notesMaster1.xml" Id="R321f7ea9779e436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110d0283e9471c" /><Relationship Type="http://schemas.openxmlformats.org/officeDocument/2006/relationships/notesMaster" Target="/ppt/notesMasters/notesMaster1.xml" Id="R5045995d197747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17125f853904884" /><Relationship Type="http://schemas.openxmlformats.org/officeDocument/2006/relationships/notesMaster" Target="/ppt/notesMasters/notesMaster1.xml" Id="R6f7eb90a5a2e4ac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43e9475b9e1478d" /><Relationship Type="http://schemas.openxmlformats.org/officeDocument/2006/relationships/notesMaster" Target="/ppt/notesMasters/notesMaster1.xml" Id="R07fe0b1e1adb40e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6af5d81a5d4496b" /><Relationship Type="http://schemas.openxmlformats.org/officeDocument/2006/relationships/notesMaster" Target="/ppt/notesMasters/notesMaster1.xml" Id="R416ab486d3e84bf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9d503229bc4b75" /><Relationship Type="http://schemas.openxmlformats.org/officeDocument/2006/relationships/notesMaster" Target="/ppt/notesMasters/notesMaster1.xml" Id="Rce169fe027c64d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2 мин. Цель практики — улучшить артефакты Практики 1 с помощью шести техник промптинга.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2 мин. Коротко представьтесь; свяжите инженерные эксперименты с необходимостью проверять наблюдаемый результат.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User-authored slide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мин. Попросите открыть каталог practice_01 и выбрать один слабый файл. Отдельного сводного ответа студенты не сдают.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2 мин. Покажите структуру practice_02: общий prompts.md и шесть каталогов, в каждом отдельный experiment.md.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2 мин. Покажите расписание занятия. В каждом эксперименте OpenCode изменяет файл Практики 1 по запросу студента и показывает diff.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3 мин. На технику шесть минут. Студент формулирует запрос в OpenCode, обсуждает результат и поручает правку. Агент ведёт experiment.md и prompts.md, изменяет связанный файл и выполняет проверку. Вручную студенты файлы не заполняют.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мин. Попросите сначала показать слабый запрос. С ним сравниваем результат уточнённого запроса.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practices/practice_02/prompts.md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мин. Разберите хороший запрос по наблюдаемым частям: контекст, задача, формат, ограничения и проверка.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practices/practice_02/rctf/experiment.md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36 мин на слайды 9–14. Переключайте технику каждые шесть минут. В prompts.md нужна строка со ссылкой на файл и раздел Практики 1.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Покажите, что итоговое задание агенту ограничивает scope, доступные файлы, запрещённые действия и формат результата.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practices/practice_02/rctf/experiment.md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Для результата потребуйте минимум три сценария: основной, ошибка входа и ограничение или отказ.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practices/practice_02/chain_of_verification/experiment.md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 Chain of Verification сохраняются вопросы, результаты проверки и исправленный ответ.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practices/practice_02/chain_of_verification/experiment.md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Каждый критерий свяжите с наблюдаемым evidence: строкой diff, источником правила, командой или ожидаемой остановкой.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practices/practice_02/prompts.md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В ReAct заранее ограничьте разрешённые действия, число шагов и stop condition. Доступ ко всему репозиторию не является техникой.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practices/practice_02/react/experiment.md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15 мин. Студенты проверяют свои изменённые файлы: понятность требований, способы проверки, источники и риски. Следующие 10 минут OpenCode исправляет файлы по замечаниям студентов и записывает результаты проверок.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3 мин. Дома завершите семь файлов Практики 2 и связанные артефакты Практики 1. Запустите make step2. Создайте practice_02 от main, если первая практика влита, или от practice_01, если её ревью ещё идёт. Откройте PR внутри своего форка: compare practice_02, base main либо practice_01 соответственно. Работу проверяют ревьюеры курса. Порядок обновления веток приведён в README.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3 мин. Разберите критерии на 10 баллов: применение техник, ссылки на изменения и результаты проверок.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>- Live course criteria, page 954816231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1 мин. Exit ticket: попросите назвать технику, конкретный изменённый файл Практики 1 и способ проверить изменение.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practices/practice_02/README.md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d911d6292e4f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f1e3867bd3448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ac34525fd7415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70839b5344fcc" /><Relationship Type="http://schemas.openxmlformats.org/officeDocument/2006/relationships/image" Target="/ppt/media/image2.png" Id="R8c3fd3526d38484b" /><Relationship Type="http://schemas.openxmlformats.org/officeDocument/2006/relationships/image" Target="/ppt/media/image3.png" Id="Rf501425e1f7f4a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f47a9215eb49c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23e710a3974f8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8ff43656b84a14" /><Relationship Type="http://schemas.openxmlformats.org/officeDocument/2006/relationships/image" Target="/ppt/media/image4.png" Id="R9dc069963b03463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d7a034a8674d3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58f17cb82c4b85" /><Relationship Type="http://schemas.openxmlformats.org/officeDocument/2006/relationships/image" Target="/ppt/media/image4.png" Id="R945f64e3bbff4d3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2cd69a5394ee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1533a8e0f475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570100db4a401c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ab58c446d34f9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cf246ac574d22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10470ca3814d70" /></Relationships>
</file>

<file path=ppt/slideLayouts/slideLayout1.xml><?xml version="1.0" encoding="utf-8"?>
<p:sldLayout xmlns:p="http://schemas.openxmlformats.org/presentationml/2006/main" showMasterSp="0" matchingName="титульник">
  <p:cSld name="титульник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2">
            <a:extLst xmlns:a="http://schemas.openxmlformats.org/drawingml/2006/main">
              <a:ext uri="{FF2B5EF4-FFF2-40B4-BE49-F238E27FC236}">
                <a16:creationId xmlns:a16="http://schemas.microsoft.com/office/drawing/2014/main" id="{0E0AFF45-60CB-4824-902A-94E927502B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71335" y="2475529"/>
            <a:ext cx="10804653" cy="18023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7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0"/>
              <a:buFont typeface="Helvetica Neue"/>
              <a:buNone/>
              <a:defRPr sz="16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22">
            <a:extLst xmlns:a="http://schemas.openxmlformats.org/drawingml/2006/main">
              <a:ext uri="{FF2B5EF4-FFF2-40B4-BE49-F238E27FC236}">
                <a16:creationId xmlns:a16="http://schemas.microsoft.com/office/drawing/2014/main" id="{E353518F-EC7F-47A1-AE0D-FFC1EB6BE2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80" y="12471411"/>
            <a:ext cx="6436668" cy="6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  <a:defRPr sz="36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22">
            <a:extLst xmlns:a="http://schemas.openxmlformats.org/drawingml/2006/main">
              <a:ext uri="{FF2B5EF4-FFF2-40B4-BE49-F238E27FC236}">
                <a16:creationId xmlns:a16="http://schemas.microsoft.com/office/drawing/2014/main" id="{1328B1F0-3FC5-4F8B-B3F8-3FA75754B41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209645" y="12471411"/>
            <a:ext cx="6436669" cy="6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  <a:defRPr sz="36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22">
            <a:extLst xmlns:a="http://schemas.openxmlformats.org/drawingml/2006/main">
              <a:ext uri="{FF2B5EF4-FFF2-40B4-BE49-F238E27FC236}">
                <a16:creationId xmlns:a16="http://schemas.microsoft.com/office/drawing/2014/main" id="{57CF632B-FF2C-445B-BF55-5F6FE117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243" y="691163"/>
            <a:ext cx="1205458" cy="471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</a:pPr>
            <a:r>
              <a:rPr sz="24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Москва</a:t>
            </a:r>
          </a:p>
        </p:txBody>
      </p:sp>
      <p:sp>
        <p:nvSpPr>
          <p:cNvPr id="14" name="Google Shape;14;p22">
            <a:extLst xmlns:a="http://schemas.openxmlformats.org/drawingml/2006/main">
              <a:ext uri="{FF2B5EF4-FFF2-40B4-BE49-F238E27FC236}">
                <a16:creationId xmlns:a16="http://schemas.microsoft.com/office/drawing/2014/main" id="{0E3F1C4C-F667-4FC3-8608-9D425555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240" y="691163"/>
            <a:ext cx="788677" cy="471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Helvetica Neue"/>
              <a:buNone/>
            </a:pPr>
            <a:r>
              <a:rPr sz="2400" b="0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2024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содержание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23">
            <a:extLst xmlns:a="http://schemas.openxmlformats.org/drawingml/2006/main">
              <a:ext uri="{FF2B5EF4-FFF2-40B4-BE49-F238E27FC236}">
                <a16:creationId xmlns:a16="http://schemas.microsoft.com/office/drawing/2014/main" id="{B4D486B9-3DA5-4D6F-B589-A943BB5EBE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7" name="Google Shape;17;p23">
            <a:extLst xmlns:a="http://schemas.openxmlformats.org/drawingml/2006/main">
              <a:ext uri="{FF2B5EF4-FFF2-40B4-BE49-F238E27FC236}">
                <a16:creationId xmlns:a16="http://schemas.microsoft.com/office/drawing/2014/main" id="{2A1C01FA-0BFB-4464-8C9B-AF9C5E7DF4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95641" y="9360409"/>
            <a:ext cx="5582909" cy="22944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23">
            <a:extLst xmlns:a="http://schemas.openxmlformats.org/drawingml/2006/main">
              <a:ext uri="{FF2B5EF4-FFF2-40B4-BE49-F238E27FC236}">
                <a16:creationId xmlns:a16="http://schemas.microsoft.com/office/drawing/2014/main" id="{A76CE2D0-EF18-4C06-A678-E24E8A783D6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8205450" y="9339751"/>
            <a:ext cx="5543550" cy="15604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23">
            <a:extLst xmlns:a="http://schemas.openxmlformats.org/drawingml/2006/main">
              <a:ext uri="{FF2B5EF4-FFF2-40B4-BE49-F238E27FC236}">
                <a16:creationId xmlns:a16="http://schemas.microsoft.com/office/drawing/2014/main" id="{B095A7AE-4587-4FFE-A878-6AE2470802B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5641" y="2424356"/>
            <a:ext cx="18080591" cy="36946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  <a:defRPr sz="19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текст и изображение копия">
  <p:cSld name="текст и изображение копия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88">
            <a:extLst xmlns:a="http://schemas.openxmlformats.org/drawingml/2006/main">
              <a:ext uri="{FF2B5EF4-FFF2-40B4-BE49-F238E27FC236}">
                <a16:creationId xmlns:a16="http://schemas.microsoft.com/office/drawing/2014/main" id="{91DD1F82-20C3-4635-9B1C-936972E80F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2" name="Google Shape;22;p88">
            <a:extLst xmlns:a="http://schemas.openxmlformats.org/drawingml/2006/main">
              <a:ext uri="{FF2B5EF4-FFF2-40B4-BE49-F238E27FC236}">
                <a16:creationId xmlns:a16="http://schemas.microsoft.com/office/drawing/2014/main" id="{4536CAB6-E0C1-4DB8-9186-E1039E2B72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82068" y="4952107"/>
            <a:ext cx="7708347" cy="1818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 b="0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88">
            <a:extLst xmlns:a="http://schemas.openxmlformats.org/drawingml/2006/main">
              <a:ext uri="{FF2B5EF4-FFF2-40B4-BE49-F238E27FC236}">
                <a16:creationId xmlns:a16="http://schemas.microsoft.com/office/drawing/2014/main" id="{69C540D2-7936-48BD-B5C3-46CB1425E3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93284" y="3255533"/>
            <a:ext cx="3759184" cy="6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88">
            <a:extLst xmlns:a="http://schemas.openxmlformats.org/drawingml/2006/main">
              <a:ext uri="{FF2B5EF4-FFF2-40B4-BE49-F238E27FC236}">
                <a16:creationId xmlns:a16="http://schemas.microsoft.com/office/drawing/2014/main" id="{2742AE08-05DF-405B-BA05-80526DEFA70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98488" y="1632577"/>
            <a:ext cx="4793019" cy="9202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88">
            <a:extLst xmlns:a="http://schemas.openxmlformats.org/drawingml/2006/main">
              <a:ext uri="{FF2B5EF4-FFF2-40B4-BE49-F238E27FC236}">
                <a16:creationId xmlns:a16="http://schemas.microsoft.com/office/drawing/2014/main" id="{1FEB1625-2175-4F56-8D0E-2F68635BA953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12336463" y="1632578"/>
            <a:ext cx="11412538" cy="113837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.xml><?xml version="1.0" encoding="utf-8"?>
<p:sldLayout xmlns:p="http://schemas.openxmlformats.org/presentationml/2006/main" matchingName="Важная информация">
  <p:cSld name="BIG_NUMBER_1_1_1_1">
    <p:bg>
      <p:bgPr>
        <a:solidFill xmlns:a="http://schemas.openxmlformats.org/drawingml/2006/main">
          <a:srgbClr val="FF5C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ogle Shape;27;g3aab872a610_1_2153">
            <a:extLst xmlns:a="http://schemas.openxmlformats.org/drawingml/2006/main">
              <a:ext uri="{FF2B5EF4-FFF2-40B4-BE49-F238E27FC236}">
                <a16:creationId xmlns:a16="http://schemas.microsoft.com/office/drawing/2014/main" id="{B5C6F82A-96C5-43D5-8E13-DF68C4470B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593221" y="517645"/>
            <a:ext cx="1463100" cy="104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rm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  <a:defRPr sz="2700" b="1" i="0" u="none" cap="none">
                <a:solidFill>
                  <a:schemeClr val="lt1"/>
                </a:solidFill>
                <a:latin typeface="Manrope"/>
                <a:ea typeface="Manrope"/>
                <a:cs typeface="Manrop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28" name="Google Shape;28;g3aab872a610_1_2153">
            <a:extLst xmlns:a="http://schemas.openxmlformats.org/drawingml/2006/main">
              <a:ext uri="{FF2B5EF4-FFF2-40B4-BE49-F238E27FC236}">
                <a16:creationId xmlns:a16="http://schemas.microsoft.com/office/drawing/2014/main" id="{BE2DFCBC-4A9F-4CB5-B61E-A1B6FE6460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33067" y="6725133"/>
            <a:ext cx="18043200" cy="104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100"/>
              <a:buFont typeface="Helvetica Neue"/>
              <a:buNone/>
              <a:defRPr sz="51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pic>
        <p:nvPicPr>
          <p:cNvPr id="36" name="Google Shape;29;g3aab872a610_1_215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c3fd3526d38484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095267" y="1731965"/>
            <a:ext cx="12288733" cy="119840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7" name="Google Shape;30;g3aab872a610_1_215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01425e1f7f4a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55067" y="901533"/>
            <a:ext cx="4377101" cy="2899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" name="Google Shape;31;g3aab872a610_1_2153">
            <a:extLst xmlns:a="http://schemas.openxmlformats.org/drawingml/2006/main">
              <a:ext uri="{FF2B5EF4-FFF2-40B4-BE49-F238E27FC236}">
                <a16:creationId xmlns:a16="http://schemas.microsoft.com/office/drawing/2014/main" id="{65B6680D-CCDF-4822-AF29-3EA648A8AC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2133" y="1120533"/>
            <a:ext cx="22924800" cy="16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t">
            <a:noAutofit/>
          </a:bodyPr>
          <a:lstStyle xmlns:a="http://schemas.openxmlformats.org/drawingml/2006/main">
            <a:lvl1pPr marR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900"/>
              <a:buFont typeface="Helvetica Neue"/>
              <a:buNone/>
              <a:defRPr sz="139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титульник раз">
  <p:cSld name="титульник раз">
    <p:bg>
      <p:bgPr>
        <a:solidFill xmlns:a="http://schemas.openxmlformats.org/drawingml/2006/main">
          <a:srgbClr val="C4FD7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24">
            <a:extLst xmlns:a="http://schemas.openxmlformats.org/drawingml/2006/main">
              <a:ext uri="{FF2B5EF4-FFF2-40B4-BE49-F238E27FC236}">
                <a16:creationId xmlns:a16="http://schemas.microsoft.com/office/drawing/2014/main" id="{D09B10E1-13B7-4AEE-98D4-C185951FA0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98488" y="2699995"/>
            <a:ext cx="11151007" cy="2905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8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Helvetica Neue"/>
              <a:buNone/>
              <a:defRPr sz="13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24">
            <a:extLst xmlns:a="http://schemas.openxmlformats.org/drawingml/2006/main">
              <a:ext uri="{FF2B5EF4-FFF2-40B4-BE49-F238E27FC236}">
                <a16:creationId xmlns:a16="http://schemas.microsoft.com/office/drawing/2014/main" id="{FB853E99-3D17-4FB0-8E3E-EF92AF5244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большие цифры 3 столбца копия 1">
  <p:cSld name="большие цифры 3 столбца копия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31">
            <a:extLst xmlns:a="http://schemas.openxmlformats.org/drawingml/2006/main">
              <a:ext uri="{FF2B5EF4-FFF2-40B4-BE49-F238E27FC236}">
                <a16:creationId xmlns:a16="http://schemas.microsoft.com/office/drawing/2014/main" id="{62C16C75-5D9D-4373-942D-1878CC3D2E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37" name="Google Shape;37;p31">
            <a:extLst xmlns:a="http://schemas.openxmlformats.org/drawingml/2006/main">
              <a:ext uri="{FF2B5EF4-FFF2-40B4-BE49-F238E27FC236}">
                <a16:creationId xmlns:a16="http://schemas.microsoft.com/office/drawing/2014/main" id="{8CC5C1CE-E4EC-4043-B225-0EC8F01140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9116" y="1622350"/>
            <a:ext cx="12610406" cy="1676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31">
            <a:extLst xmlns:a="http://schemas.openxmlformats.org/drawingml/2006/main">
              <a:ext uri="{FF2B5EF4-FFF2-40B4-BE49-F238E27FC236}">
                <a16:creationId xmlns:a16="http://schemas.microsoft.com/office/drawing/2014/main" id="{E3E9FE21-CD0D-48F7-9430-823009B909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5237" y="9569323"/>
            <a:ext cx="5770700" cy="1818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 b="0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31">
            <a:extLst xmlns:a="http://schemas.openxmlformats.org/drawingml/2006/main">
              <a:ext uri="{FF2B5EF4-FFF2-40B4-BE49-F238E27FC236}">
                <a16:creationId xmlns:a16="http://schemas.microsoft.com/office/drawing/2014/main" id="{BE261C9E-9E46-44AE-A31A-6FB8B0286562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9121148" y="9552390"/>
            <a:ext cx="5770700" cy="13870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 b="0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31">
            <a:extLst xmlns:a="http://schemas.openxmlformats.org/drawingml/2006/main">
              <a:ext uri="{FF2B5EF4-FFF2-40B4-BE49-F238E27FC236}">
                <a16:creationId xmlns:a16="http://schemas.microsoft.com/office/drawing/2014/main" id="{EA7F516C-D919-4A0A-A8EB-7393E69D35C2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17859283" y="9560935"/>
            <a:ext cx="5639976" cy="955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Helvetica Neue"/>
              <a:buNone/>
              <a:defRPr sz="2800" b="0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1" name="Google Shape;41;p31">
            <a:extLst xmlns:a="http://schemas.openxmlformats.org/drawingml/2006/main">
              <a:ext uri="{FF2B5EF4-FFF2-40B4-BE49-F238E27FC236}">
                <a16:creationId xmlns:a16="http://schemas.microsoft.com/office/drawing/2014/main" id="{CFB8907E-2531-4129-AD53-FDEA441AF788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582566" y="5915475"/>
            <a:ext cx="5595984" cy="1817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652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  <a:defRPr sz="19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2" name="Google Shape;42;p31">
            <a:extLst xmlns:a="http://schemas.openxmlformats.org/drawingml/2006/main">
              <a:ext uri="{FF2B5EF4-FFF2-40B4-BE49-F238E27FC236}">
                <a16:creationId xmlns:a16="http://schemas.microsoft.com/office/drawing/2014/main" id="{2D51F17B-F26D-46B9-A316-438964DE3CF7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9148886" y="5915475"/>
            <a:ext cx="5345535" cy="1817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652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  <a:defRPr sz="19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3" name="Google Shape;43;p31">
            <a:extLst xmlns:a="http://schemas.openxmlformats.org/drawingml/2006/main">
              <a:ext uri="{FF2B5EF4-FFF2-40B4-BE49-F238E27FC236}">
                <a16:creationId xmlns:a16="http://schemas.microsoft.com/office/drawing/2014/main" id="{D5BB83A8-DB35-4D08-8318-F44E4758C535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17799112" y="5915475"/>
            <a:ext cx="5901840" cy="18172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652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  <a:defRPr sz="19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31">
            <a:extLst xmlns:a="http://schemas.openxmlformats.org/drawingml/2006/main">
              <a:ext uri="{FF2B5EF4-FFF2-40B4-BE49-F238E27FC236}">
                <a16:creationId xmlns:a16="http://schemas.microsoft.com/office/drawing/2014/main" id="{44B744BF-2831-49EA-9C6D-DAEE5F2AD512}"/>
              </a:ext>
            </a:extLst>
          </p:cNvPr>
          <p:cNvSpPr>
            <a:spLocks xmlns:a="http://schemas.openxmlformats.org/drawingml/2006/main" noGrp="1"/>
          </p:cNvSpPr>
          <p:nvPr>
            <p:ph type="body" idx="8"/>
          </p:nvPr>
        </p:nvSpPr>
        <p:spPr>
          <a:xfrm xmlns:a="http://schemas.openxmlformats.org/drawingml/2006/main">
            <a:off x="614451" y="7906913"/>
            <a:ext cx="5357878" cy="6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31">
            <a:extLst xmlns:a="http://schemas.openxmlformats.org/drawingml/2006/main">
              <a:ext uri="{FF2B5EF4-FFF2-40B4-BE49-F238E27FC236}">
                <a16:creationId xmlns:a16="http://schemas.microsoft.com/office/drawing/2014/main" id="{6867A91B-FDFC-4A72-ABD1-2B38DA35CF99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9136543" y="7889980"/>
            <a:ext cx="5357878" cy="6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31">
            <a:extLst xmlns:a="http://schemas.openxmlformats.org/drawingml/2006/main">
              <a:ext uri="{FF2B5EF4-FFF2-40B4-BE49-F238E27FC236}">
                <a16:creationId xmlns:a16="http://schemas.microsoft.com/office/drawing/2014/main" id="{860F740C-551D-4820-B7FA-C3BA5E4A34B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7816943" y="7906913"/>
            <a:ext cx="5357878" cy="6471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36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31">
            <a:extLst xmlns:a="http://schemas.openxmlformats.org/drawingml/2006/main">
              <a:ext uri="{FF2B5EF4-FFF2-40B4-BE49-F238E27FC236}">
                <a16:creationId xmlns:a16="http://schemas.microsoft.com/office/drawing/2014/main" id="{5C6ACCB1-1141-4762-BF89-C56E5EA2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539" y="5352038"/>
            <a:ext cx="102657" cy="4719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пустой слайд копия">
  <p:cSld name="пустой слайд копия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28">
            <a:extLst xmlns:a="http://schemas.openxmlformats.org/drawingml/2006/main">
              <a:ext uri="{FF2B5EF4-FFF2-40B4-BE49-F238E27FC236}">
                <a16:creationId xmlns:a16="http://schemas.microsoft.com/office/drawing/2014/main" id="{F089C5FB-5CB8-447E-8562-7F364CC0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4" y="725175"/>
            <a:ext cx="25362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sz="20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Москва | 2024</a:t>
            </a:r>
            <a:endParaRPr sz="1000" b="1" i="0" u="none" cap="none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0" name="Google Shape;50;p28">
            <a:extLst xmlns:a="http://schemas.openxmlformats.org/drawingml/2006/main">
              <a:ext uri="{FF2B5EF4-FFF2-40B4-BE49-F238E27FC236}">
                <a16:creationId xmlns:a16="http://schemas.microsoft.com/office/drawing/2014/main" id="{7D51A13F-78CF-4568-AC7D-C4CCB3456C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4" name="Google Shape;51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c069963b03463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7975" y="769625"/>
            <a:ext cx="1865324" cy="321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большой список">
  <p:cSld name="большой список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Google Shape;53;p30">
            <a:extLst xmlns:a="http://schemas.openxmlformats.org/drawingml/2006/main">
              <a:ext uri="{FF2B5EF4-FFF2-40B4-BE49-F238E27FC236}">
                <a16:creationId xmlns:a16="http://schemas.microsoft.com/office/drawing/2014/main" id="{F89773D3-670F-4B8F-8B6C-275AB2093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14451" y="1633686"/>
            <a:ext cx="9629311" cy="920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4" name="Google Shape;54;p30">
            <a:extLst xmlns:a="http://schemas.openxmlformats.org/drawingml/2006/main">
              <a:ext uri="{FF2B5EF4-FFF2-40B4-BE49-F238E27FC236}">
                <a16:creationId xmlns:a16="http://schemas.microsoft.com/office/drawing/2014/main" id="{F51711DA-7C42-4325-AF7C-8F274E7D1C2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283011" y="6261746"/>
            <a:ext cx="7950745" cy="2432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30">
            <a:extLst xmlns:a="http://schemas.openxmlformats.org/drawingml/2006/main">
              <a:ext uri="{FF2B5EF4-FFF2-40B4-BE49-F238E27FC236}">
                <a16:creationId xmlns:a16="http://schemas.microsoft.com/office/drawing/2014/main" id="{DB4820BA-E3DA-450F-A9E4-AD0AF542C09E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773541" y="6401348"/>
            <a:ext cx="1535562" cy="1848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6" name="Google Shape;56;p30">
            <a:extLst xmlns:a="http://schemas.openxmlformats.org/drawingml/2006/main">
              <a:ext uri="{FF2B5EF4-FFF2-40B4-BE49-F238E27FC236}">
                <a16:creationId xmlns:a16="http://schemas.microsoft.com/office/drawing/2014/main" id="{D2DD1872-C976-4F35-9A42-40A512FB7ED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3283011" y="9359308"/>
            <a:ext cx="7950745" cy="2432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30">
            <a:extLst xmlns:a="http://schemas.openxmlformats.org/drawingml/2006/main">
              <a:ext uri="{FF2B5EF4-FFF2-40B4-BE49-F238E27FC236}">
                <a16:creationId xmlns:a16="http://schemas.microsoft.com/office/drawing/2014/main" id="{863A1DDF-5D43-4E4D-8D4F-D1C0B5797515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744317" y="9498192"/>
            <a:ext cx="1773836" cy="1994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8" name="Google Shape;58;p30">
            <a:extLst xmlns:a="http://schemas.openxmlformats.org/drawingml/2006/main">
              <a:ext uri="{FF2B5EF4-FFF2-40B4-BE49-F238E27FC236}">
                <a16:creationId xmlns:a16="http://schemas.microsoft.com/office/drawing/2014/main" id="{3E4EA798-492E-40B9-BCEC-A4593E3EC7EB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12534754" y="6172786"/>
            <a:ext cx="2574088" cy="2356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9" name="Google Shape;59;p30">
            <a:extLst xmlns:a="http://schemas.openxmlformats.org/drawingml/2006/main">
              <a:ext uri="{FF2B5EF4-FFF2-40B4-BE49-F238E27FC236}">
                <a16:creationId xmlns:a16="http://schemas.microsoft.com/office/drawing/2014/main" id="{E26864C6-032D-43FC-A88C-EB47E7218EF6}"/>
              </a:ext>
            </a:extLst>
          </p:cNvPr>
          <p:cNvSpPr>
            <a:spLocks xmlns:a="http://schemas.openxmlformats.org/drawingml/2006/main" noGrp="1"/>
          </p:cNvSpPr>
          <p:nvPr>
            <p:ph type="body" idx="7"/>
          </p:nvPr>
        </p:nvSpPr>
        <p:spPr>
          <a:xfrm xmlns:a="http://schemas.openxmlformats.org/drawingml/2006/main">
            <a:off x="15001174" y="6293292"/>
            <a:ext cx="7571013" cy="24329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  <a:defRPr sz="53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30">
            <a:extLst xmlns:a="http://schemas.openxmlformats.org/drawingml/2006/main">
              <a:ext uri="{FF2B5EF4-FFF2-40B4-BE49-F238E27FC236}">
                <a16:creationId xmlns:a16="http://schemas.microsoft.com/office/drawing/2014/main" id="{41837ED4-E4F7-43CF-BE93-20A1905D38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заключительный">
  <p:cSld name="заключительный"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36">
            <a:extLst xmlns:a="http://schemas.openxmlformats.org/drawingml/2006/main">
              <a:ext uri="{FF2B5EF4-FFF2-40B4-BE49-F238E27FC236}">
                <a16:creationId xmlns:a16="http://schemas.microsoft.com/office/drawing/2014/main" id="{9B07A5CB-A4F9-4132-8627-85FDCBC8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747" y="9203874"/>
            <a:ext cx="1280369" cy="1419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0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dist="243022" dir="2741011" rotWithShape="0">
              <a:srgbClr val="FFFFFF"/>
            </a:outerShdw>
          </a:effectLst>
        </p:spPr>
        <p:txBody>
          <a:bodyPr xmlns:a="http://schemas.openxmlformats.org/drawingml/2006/main" spcFirstLastPara="1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508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508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3" name="Google Shape;63;p36">
            <a:extLst xmlns:a="http://schemas.openxmlformats.org/drawingml/2006/main">
              <a:ext uri="{FF2B5EF4-FFF2-40B4-BE49-F238E27FC236}">
                <a16:creationId xmlns:a16="http://schemas.microsoft.com/office/drawing/2014/main" id="{1C88D1FF-944A-4A1D-BB77-B601F275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925" y="11367438"/>
            <a:ext cx="1280369" cy="141986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0" cmpd="sng">
            <a:solidFill>
              <a:srgbClr val="FFFFFF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dist="243022" dir="2741011" rotWithShape="0">
              <a:srgbClr val="FFFFFF"/>
            </a:outerShdw>
          </a:effectLst>
        </p:spPr>
        <p:txBody>
          <a:bodyPr xmlns:a="http://schemas.openxmlformats.org/drawingml/2006/main" spcFirstLastPara="1" wrap="square" lIns="50800" tIns="50800" rIns="50800" bIns="508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508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marR="0" lvl="0" indent="508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4" name="Google Shape;64;p36">
            <a:extLst xmlns:a="http://schemas.openxmlformats.org/drawingml/2006/main">
              <a:ext uri="{FF2B5EF4-FFF2-40B4-BE49-F238E27FC236}">
                <a16:creationId xmlns:a16="http://schemas.microsoft.com/office/drawing/2014/main" id="{5173AB3D-D53E-468B-8331-DD74076411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0973" y="11844199"/>
            <a:ext cx="3888237" cy="46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>
            <a:lvl1pPr marL="457200" marR="0" indent="-22860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  <a:defRPr sz="2400" b="0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36">
            <a:extLst xmlns:a="http://schemas.openxmlformats.org/drawingml/2006/main">
              <a:ext uri="{FF2B5EF4-FFF2-40B4-BE49-F238E27FC236}">
                <a16:creationId xmlns:a16="http://schemas.microsoft.com/office/drawing/2014/main" id="{F5768AB9-215F-45AB-8BD9-CAE9177A2C6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708581" y="9680634"/>
            <a:ext cx="4542225" cy="4663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spAutoFit/>
          </a:bodyPr>
          <a:lstStyle xmlns:a="http://schemas.openxmlformats.org/drawingml/2006/main">
            <a:lvl1pPr marL="457200" marR="0" indent="-22860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  <a:defRPr sz="2400" b="0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6" name="Google Shape;66;p36">
            <a:extLst xmlns:a="http://schemas.openxmlformats.org/drawingml/2006/main">
              <a:ext uri="{FF2B5EF4-FFF2-40B4-BE49-F238E27FC236}">
                <a16:creationId xmlns:a16="http://schemas.microsoft.com/office/drawing/2014/main" id="{58B0DC68-ED92-4606-A8A3-FB9DF4A356C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25872" y="6029026"/>
            <a:ext cx="5982945" cy="9552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None/>
              <a:defRPr sz="2800" b="0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7" name="Google Shape;67;p36">
            <a:extLst xmlns:a="http://schemas.openxmlformats.org/drawingml/2006/main">
              <a:ext uri="{FF2B5EF4-FFF2-40B4-BE49-F238E27FC236}">
                <a16:creationId xmlns:a16="http://schemas.microsoft.com/office/drawing/2014/main" id="{D63FE944-C7F2-448E-A2D0-ECAA1287AB07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26614" y="4676742"/>
            <a:ext cx="6436669" cy="920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Helvetica Neue"/>
              <a:buNone/>
              <a:defRPr sz="53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8" name="Google Shape;68;p36">
            <a:extLst xmlns:a="http://schemas.openxmlformats.org/drawingml/2006/main">
              <a:ext uri="{FF2B5EF4-FFF2-40B4-BE49-F238E27FC236}">
                <a16:creationId xmlns:a16="http://schemas.microsoft.com/office/drawing/2014/main" id="{32CF2B1C-29F6-43DA-B018-B69140095029}"/>
              </a:ext>
            </a:extLst>
          </p:cNvPr>
          <p:cNvSpPr>
            <a:spLocks xmlns:a="http://schemas.openxmlformats.org/drawingml/2006/main" noGrp="1"/>
          </p:cNvSpPr>
          <p:nvPr>
            <p:ph type="body" idx="5"/>
          </p:nvPr>
        </p:nvSpPr>
        <p:spPr>
          <a:xfrm xmlns:a="http://schemas.openxmlformats.org/drawingml/2006/main">
            <a:off x="11908506" y="4676742"/>
            <a:ext cx="6436668" cy="920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300"/>
              <a:buFont typeface="Helvetica Neue"/>
              <a:buNone/>
              <a:defRPr sz="53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36">
            <a:extLst xmlns:a="http://schemas.openxmlformats.org/drawingml/2006/main">
              <a:ext uri="{FF2B5EF4-FFF2-40B4-BE49-F238E27FC236}">
                <a16:creationId xmlns:a16="http://schemas.microsoft.com/office/drawing/2014/main" id="{169FFCD3-38DA-4C1E-B08F-4E0D064F4AB8}"/>
              </a:ext>
            </a:extLst>
          </p:cNvPr>
          <p:cNvSpPr>
            <a:spLocks xmlns:a="http://schemas.openxmlformats.org/drawingml/2006/main" noGrp="1"/>
          </p:cNvSpPr>
          <p:nvPr>
            <p:ph type="body" idx="6"/>
          </p:nvPr>
        </p:nvSpPr>
        <p:spPr>
          <a:xfrm xmlns:a="http://schemas.openxmlformats.org/drawingml/2006/main">
            <a:off x="11980926" y="5978227"/>
            <a:ext cx="5885992" cy="52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Char char="•"/>
              <a:defRPr sz="2800" b="0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36">
            <a:extLst xmlns:a="http://schemas.openxmlformats.org/drawingml/2006/main">
              <a:ext uri="{FF2B5EF4-FFF2-40B4-BE49-F238E27FC236}">
                <a16:creationId xmlns:a16="http://schemas.microsoft.com/office/drawing/2014/main" id="{E6DF2DAE-48A1-42C8-8392-24E78AFE673F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865719" y="9543340"/>
            <a:ext cx="1073401" cy="820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1" name="Google Shape;71;p36">
            <a:extLst xmlns:a="http://schemas.openxmlformats.org/drawingml/2006/main">
              <a:ext uri="{FF2B5EF4-FFF2-40B4-BE49-F238E27FC236}">
                <a16:creationId xmlns:a16="http://schemas.microsoft.com/office/drawing/2014/main" id="{8DB8A77F-81D6-49DC-BCBE-48E731C55003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1021891" y="11759168"/>
            <a:ext cx="761058" cy="63640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2" name="Google Shape;72;p36">
            <a:extLst xmlns:a="http://schemas.openxmlformats.org/drawingml/2006/main">
              <a:ext uri="{FF2B5EF4-FFF2-40B4-BE49-F238E27FC236}">
                <a16:creationId xmlns:a16="http://schemas.microsoft.com/office/drawing/2014/main" id="{C79838CB-F3B5-4C14-8827-9104D51B0F5B}"/>
              </a:ext>
            </a:extLst>
          </p:cNvPr>
          <p:cNvSpPr>
            <a:spLocks xmlns:a="http://schemas.openxmlformats.org/drawingml/2006/main" noGrp="1"/>
          </p:cNvSpPr>
          <p:nvPr>
            <p:ph type="body" idx="9"/>
          </p:nvPr>
        </p:nvSpPr>
        <p:spPr>
          <a:xfrm xmlns:a="http://schemas.openxmlformats.org/drawingml/2006/main">
            <a:off x="11980926" y="6660434"/>
            <a:ext cx="5885992" cy="52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Char char="•"/>
              <a:defRPr sz="2800" b="0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36">
            <a:extLst xmlns:a="http://schemas.openxmlformats.org/drawingml/2006/main">
              <a:ext uri="{FF2B5EF4-FFF2-40B4-BE49-F238E27FC236}">
                <a16:creationId xmlns:a16="http://schemas.microsoft.com/office/drawing/2014/main" id="{121732D0-4D77-498D-AD49-EBAEFD924EAE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980926" y="7358189"/>
            <a:ext cx="5885992" cy="5234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>
            <a:lvl1pPr marL="457200" marR="0" indent="-406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Helvetica Neue"/>
              <a:buChar char="•"/>
              <a:defRPr sz="2800" b="0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914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2pPr>
            <a:lvl3pPr marL="1371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3pPr>
            <a:lvl4pPr marL="1828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4pPr>
            <a:lvl5pPr marL="22860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5pPr>
            <a:lvl6pPr marL="27432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6pPr>
            <a:lvl7pPr marL="32004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7pPr>
            <a:lvl8pPr marL="36576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8pPr>
            <a:lvl9pPr marL="4114800" marR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2400"/>
              <a:buFont typeface="Helvetica Neue"/>
              <a:buNone/>
              <a:defRPr sz="2400" b="0" i="0" u="none" cap="none">
                <a:solidFill>
                  <a:srgbClr val="5E5E5E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4" name="Google Shape;74;p36">
            <a:extLst xmlns:a="http://schemas.openxmlformats.org/drawingml/2006/main">
              <a:ext uri="{FF2B5EF4-FFF2-40B4-BE49-F238E27FC236}">
                <a16:creationId xmlns:a16="http://schemas.microsoft.com/office/drawing/2014/main" id="{06BE2E1F-38E3-4F92-98A7-C89EB071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4" y="725175"/>
            <a:ext cx="25362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sz="2000" b="1" i="0" u="none" cap="none">
                <a:solidFill>
                  <a:schemeClr val="lt1"/>
                </a:solidFill>
                <a:latin typeface="Helvetica Neue"/>
                <a:ea typeface="Helvetica Neue"/>
                <a:cs typeface="Helvetica Neue"/>
              </a:rPr>
              <a:t>Москва | 2024</a:t>
            </a:r>
            <a:endParaRPr sz="1000" b="1" i="0" u="none" cap="none">
              <a:solidFill>
                <a:schemeClr val="lt1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5" name="Google Shape;75;p36">
            <a:extLst xmlns:a="http://schemas.openxmlformats.org/drawingml/2006/main">
              <a:ext uri="{FF2B5EF4-FFF2-40B4-BE49-F238E27FC236}">
                <a16:creationId xmlns:a16="http://schemas.microsoft.com/office/drawing/2014/main" id="{30617212-C5BC-4E67-AE86-4CD13C9F794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91" name="Google Shape;76;p3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45f64e3bbff4d3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67975" y="769625"/>
            <a:ext cx="1865324" cy="321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пустой слайд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37">
            <a:extLst xmlns:a="http://schemas.openxmlformats.org/drawingml/2006/main">
              <a:ext uri="{FF2B5EF4-FFF2-40B4-BE49-F238E27FC236}">
                <a16:creationId xmlns:a16="http://schemas.microsoft.com/office/drawing/2014/main" id="{9F230C53-62B1-4A3B-9A9C-E6199B7489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TITLE_AND_BODY_1">
  <p:cSld name="TITLE_AND_BODY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g391807d8927_0_101">
            <a:extLst xmlns:a="http://schemas.openxmlformats.org/drawingml/2006/main">
              <a:ext uri="{FF2B5EF4-FFF2-40B4-BE49-F238E27FC236}">
                <a16:creationId xmlns:a16="http://schemas.microsoft.com/office/drawing/2014/main" id="{EC191688-250F-48FD-B2E4-BA06A6C5AF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200" y="1186733"/>
            <a:ext cx="22721700" cy="152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81" name="Google Shape;81;g391807d8927_0_101">
            <a:extLst xmlns:a="http://schemas.openxmlformats.org/drawingml/2006/main">
              <a:ext uri="{FF2B5EF4-FFF2-40B4-BE49-F238E27FC236}">
                <a16:creationId xmlns:a16="http://schemas.microsoft.com/office/drawing/2014/main" id="{D6ECC388-7328-40AB-84D8-B5EC41455E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200" y="3073267"/>
            <a:ext cx="22721700" cy="91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 marL="4572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 marL="13716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 marL="18288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 marL="22860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 marL="27432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 marL="32004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 marL="36576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 marL="41148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82" name="Google Shape;82;g391807d8927_0_101">
            <a:extLst xmlns:a="http://schemas.openxmlformats.org/drawingml/2006/main">
              <a:ext uri="{FF2B5EF4-FFF2-40B4-BE49-F238E27FC236}">
                <a16:creationId xmlns:a16="http://schemas.microsoft.com/office/drawing/2014/main" id="{DF9275BE-A090-45C5-A017-79510E59CF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593221" y="12435245"/>
            <a:ext cx="1463100" cy="41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TITLE_AND_BODY_2">
  <p:cSld name="TITLE_AND_BODY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g391807d8927_0_214">
            <a:extLst xmlns:a="http://schemas.openxmlformats.org/drawingml/2006/main">
              <a:ext uri="{FF2B5EF4-FFF2-40B4-BE49-F238E27FC236}">
                <a16:creationId xmlns:a16="http://schemas.microsoft.com/office/drawing/2014/main" id="{E93754B6-A173-4F74-B122-83B4D0B1FD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200" y="1186733"/>
            <a:ext cx="22721700" cy="152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g391807d8927_0_214">
            <a:extLst xmlns:a="http://schemas.openxmlformats.org/drawingml/2006/main">
              <a:ext uri="{FF2B5EF4-FFF2-40B4-BE49-F238E27FC236}">
                <a16:creationId xmlns:a16="http://schemas.microsoft.com/office/drawing/2014/main" id="{3283619C-0EC9-43EA-B639-1137A9BC08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200" y="3073267"/>
            <a:ext cx="22721700" cy="91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 marL="4572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 marL="13716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 marL="18288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 marL="22860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 marL="27432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 marL="32004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 marL="36576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 marL="41148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86" name="Google Shape;86;g391807d8927_0_214">
            <a:extLst xmlns:a="http://schemas.openxmlformats.org/drawingml/2006/main">
              <a:ext uri="{FF2B5EF4-FFF2-40B4-BE49-F238E27FC236}">
                <a16:creationId xmlns:a16="http://schemas.microsoft.com/office/drawing/2014/main" id="{08422190-04A6-4748-9CD1-31DDF85417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593221" y="12435245"/>
            <a:ext cx="1463100" cy="41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_AND_BODY_3">
  <p:cSld name="TITLE_AND_BODY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g3b037a20711_0_139">
            <a:extLst xmlns:a="http://schemas.openxmlformats.org/drawingml/2006/main">
              <a:ext uri="{FF2B5EF4-FFF2-40B4-BE49-F238E27FC236}">
                <a16:creationId xmlns:a16="http://schemas.microsoft.com/office/drawing/2014/main" id="{B2BDA0DB-BC0A-4747-B7DA-EEC8E46D2C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200" y="1186733"/>
            <a:ext cx="22721700" cy="152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89" name="Google Shape;89;g3b037a20711_0_139">
            <a:extLst xmlns:a="http://schemas.openxmlformats.org/drawingml/2006/main">
              <a:ext uri="{FF2B5EF4-FFF2-40B4-BE49-F238E27FC236}">
                <a16:creationId xmlns:a16="http://schemas.microsoft.com/office/drawing/2014/main" id="{D9C88C8B-D54D-46DE-B023-BC680C98DC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200" y="3073267"/>
            <a:ext cx="22721700" cy="91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 marL="4572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 marL="13716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 marL="18288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 marL="22860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 marL="27432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 marL="32004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 marL="36576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 marL="41148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90" name="Google Shape;90;g3b037a20711_0_139">
            <a:extLst xmlns:a="http://schemas.openxmlformats.org/drawingml/2006/main">
              <a:ext uri="{FF2B5EF4-FFF2-40B4-BE49-F238E27FC236}">
                <a16:creationId xmlns:a16="http://schemas.microsoft.com/office/drawing/2014/main" id="{235A8C10-B6F7-4183-A08E-97A6C62C59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593221" y="12435245"/>
            <a:ext cx="1463100" cy="41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TITLE_AND_BODY_4">
  <p:cSld name="TITLE_AND_BODY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Google Shape;92;g3b037a20711_0_243">
            <a:extLst xmlns:a="http://schemas.openxmlformats.org/drawingml/2006/main">
              <a:ext uri="{FF2B5EF4-FFF2-40B4-BE49-F238E27FC236}">
                <a16:creationId xmlns:a16="http://schemas.microsoft.com/office/drawing/2014/main" id="{3712F6F2-B23F-424F-AD7A-EB318F8EC4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200" y="1186733"/>
            <a:ext cx="22721700" cy="152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93" name="Google Shape;93;g3b037a20711_0_243">
            <a:extLst xmlns:a="http://schemas.openxmlformats.org/drawingml/2006/main">
              <a:ext uri="{FF2B5EF4-FFF2-40B4-BE49-F238E27FC236}">
                <a16:creationId xmlns:a16="http://schemas.microsoft.com/office/drawing/2014/main" id="{A11F9692-20F4-4058-A50B-ABE8DA7CAD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200" y="3073267"/>
            <a:ext cx="22721700" cy="91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 marL="4572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 marL="13716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 marL="18288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 marL="22860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 marL="27432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 marL="32004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 marL="36576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 marL="41148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94" name="Google Shape;94;g3b037a20711_0_243">
            <a:extLst xmlns:a="http://schemas.openxmlformats.org/drawingml/2006/main">
              <a:ext uri="{FF2B5EF4-FFF2-40B4-BE49-F238E27FC236}">
                <a16:creationId xmlns:a16="http://schemas.microsoft.com/office/drawing/2014/main" id="{A92371E4-5F4E-4C42-9ED4-CA0DDFB7CE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593221" y="12435245"/>
            <a:ext cx="1463100" cy="41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ITLE_AND_BODY_5">
  <p:cSld name="TITLE_AND_BODY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g3b037a20711_0_362">
            <a:extLst xmlns:a="http://schemas.openxmlformats.org/drawingml/2006/main">
              <a:ext uri="{FF2B5EF4-FFF2-40B4-BE49-F238E27FC236}">
                <a16:creationId xmlns:a16="http://schemas.microsoft.com/office/drawing/2014/main" id="{3D6B0B20-4FA4-4D3E-911F-378EAD06CF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200" y="1186733"/>
            <a:ext cx="22721700" cy="152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97" name="Google Shape;97;g3b037a20711_0_362">
            <a:extLst xmlns:a="http://schemas.openxmlformats.org/drawingml/2006/main">
              <a:ext uri="{FF2B5EF4-FFF2-40B4-BE49-F238E27FC236}">
                <a16:creationId xmlns:a16="http://schemas.microsoft.com/office/drawing/2014/main" id="{2A440DD5-44C3-4EF1-941A-FCA151C42C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200" y="3073267"/>
            <a:ext cx="22721700" cy="91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43800" tIns="243800" rIns="243800" bIns="243800" anchor="ctr">
            <a:noAutofit/>
          </a:bodyPr>
          <a:lstStyle xmlns:a="http://schemas.openxmlformats.org/drawingml/2006/main">
            <a:lvl1pPr marL="4572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1pPr>
            <a:lvl2pPr marL="9144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2pPr>
            <a:lvl3pPr marL="13716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3pPr>
            <a:lvl4pPr marL="18288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4pPr>
            <a:lvl5pPr marL="22860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5pPr>
            <a:lvl6pPr marL="27432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6pPr>
            <a:lvl7pPr marL="3200400" indent="-463550">
              <a:spcBef>
                <a:spcPts val="0"/>
              </a:spcBef>
              <a:spcAft>
                <a:spcPts val="0"/>
              </a:spcAft>
              <a:buSzPts val="3700"/>
              <a:buChar char="●"/>
              <a:defRPr sz="3700"/>
            </a:lvl7pPr>
            <a:lvl8pPr marL="3657600" indent="-463550">
              <a:spcBef>
                <a:spcPts val="0"/>
              </a:spcBef>
              <a:spcAft>
                <a:spcPts val="0"/>
              </a:spcAft>
              <a:buSzPts val="3700"/>
              <a:buChar char="○"/>
              <a:defRPr sz="3700"/>
            </a:lvl8pPr>
            <a:lvl9pPr marL="4114800" indent="-463550">
              <a:spcBef>
                <a:spcPts val="0"/>
              </a:spcBef>
              <a:spcAft>
                <a:spcPts val="0"/>
              </a:spcAft>
              <a:buSzPts val="3700"/>
              <a:buChar char="■"/>
              <a:defRPr sz="3700"/>
            </a:lvl9pPr>
          </a:lstStyle>
          <a:p xmlns:a="http://schemas.openxmlformats.org/drawingml/2006/main">
            <a:endParaRPr/>
          </a:p>
        </p:txBody>
      </p:sp>
      <p:sp>
        <p:nvSpPr>
          <p:cNvPr id="98" name="Google Shape;98;g3b037a20711_0_362">
            <a:extLst xmlns:a="http://schemas.openxmlformats.org/drawingml/2006/main">
              <a:ext uri="{FF2B5EF4-FFF2-40B4-BE49-F238E27FC236}">
                <a16:creationId xmlns:a16="http://schemas.microsoft.com/office/drawing/2014/main" id="{03CFCE54-049B-4403-9626-94B566A639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593221" y="12435245"/>
            <a:ext cx="1463100" cy="410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a88c7c529694432" /><Relationship Type="http://schemas.openxmlformats.org/officeDocument/2006/relationships/theme" Target="/ppt/slideMasters/theme/theme2.xml" Id="Rcc8685d84ad343a5" /><Relationship Type="http://schemas.openxmlformats.org/officeDocument/2006/relationships/slideLayout" Target="/ppt/slideLayouts/slideLayout1.xml" Id="R97f81ff6b0b44130" /><Relationship Type="http://schemas.openxmlformats.org/officeDocument/2006/relationships/slideLayout" Target="/ppt/slideLayouts/slideLayout2.xml" Id="R237d418b80ee486a" /><Relationship Type="http://schemas.openxmlformats.org/officeDocument/2006/relationships/slideLayout" Target="/ppt/slideLayouts/slideLayout3.xml" Id="R2676c29ac4a44968" /><Relationship Type="http://schemas.openxmlformats.org/officeDocument/2006/relationships/slideLayout" Target="/ppt/slideLayouts/slideLayout4.xml" Id="R2305008ece1d4f24" /><Relationship Type="http://schemas.openxmlformats.org/officeDocument/2006/relationships/slideLayout" Target="/ppt/slideLayouts/slideLayout5.xml" Id="Rdefc7248e928421b" /><Relationship Type="http://schemas.openxmlformats.org/officeDocument/2006/relationships/slideLayout" Target="/ppt/slideLayouts/slideLayout6.xml" Id="Rb7d3758b69f74cd9" /><Relationship Type="http://schemas.openxmlformats.org/officeDocument/2006/relationships/slideLayout" Target="/ppt/slideLayouts/slideLayout7.xml" Id="R5dcb4824dd2d444f" /><Relationship Type="http://schemas.openxmlformats.org/officeDocument/2006/relationships/slideLayout" Target="/ppt/slideLayouts/slideLayout8.xml" Id="R246f05f56d9f43b4" /><Relationship Type="http://schemas.openxmlformats.org/officeDocument/2006/relationships/slideLayout" Target="/ppt/slideLayouts/slideLayout9.xml" Id="Ra84f49ff47fa41ec" /><Relationship Type="http://schemas.openxmlformats.org/officeDocument/2006/relationships/slideLayout" Target="/ppt/slideLayouts/slideLayout10.xml" Id="R6ac62b41ab834932" /><Relationship Type="http://schemas.openxmlformats.org/officeDocument/2006/relationships/slideLayout" Target="/ppt/slideLayouts/slideLayout11.xml" Id="Rca4dd5f40cf74e80" /><Relationship Type="http://schemas.openxmlformats.org/officeDocument/2006/relationships/slideLayout" Target="/ppt/slideLayouts/slideLayout12.xml" Id="R3940fd28656a4401" /><Relationship Type="http://schemas.openxmlformats.org/officeDocument/2006/relationships/slideLayout" Target="/ppt/slideLayouts/slideLayout13.xml" Id="R815da8ad1d5a4119" /><Relationship Type="http://schemas.openxmlformats.org/officeDocument/2006/relationships/slideLayout" Target="/ppt/slideLayouts/slideLayout14.xml" Id="Rb6100ef597fa4d56" /><Relationship Type="http://schemas.openxmlformats.org/officeDocument/2006/relationships/slideLayout" Target="/ppt/slideLayouts/slideLayout15.xml" Id="R4cc7d67c08cc4cb6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21">
            <a:extLst xmlns:a="http://schemas.openxmlformats.org/drawingml/2006/main">
              <a:ext uri="{FF2B5EF4-FFF2-40B4-BE49-F238E27FC236}">
                <a16:creationId xmlns:a16="http://schemas.microsoft.com/office/drawing/2014/main" id="{AC0417BB-05A6-48B2-A4E0-F414FA12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4" y="725175"/>
            <a:ext cx="25362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r>
              <a: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Москва | 2024</a:t>
            </a:r>
            <a:endParaRPr sz="1000" b="1" i="0" u="none" cap="none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Google Shape;7;p21">
            <a:extLst xmlns:a="http://schemas.openxmlformats.org/drawingml/2006/main">
              <a:ext uri="{FF2B5EF4-FFF2-40B4-BE49-F238E27FC236}">
                <a16:creationId xmlns:a16="http://schemas.microsoft.com/office/drawing/2014/main" id="{A37CC548-1AFA-40B4-860A-F78AB25658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2915225" y="699700"/>
            <a:ext cx="8337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  <a:defRPr sz="20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11" name="Google Shape;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88c7c52969443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1775" y="769628"/>
            <a:ext cx="1865324" cy="321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f81ff6b0b44130"/>
    <p:sldLayoutId xmlns:r="http://schemas.openxmlformats.org/officeDocument/2006/relationships" id="2147483650" r:id="R237d418b80ee486a"/>
    <p:sldLayoutId xmlns:r="http://schemas.openxmlformats.org/officeDocument/2006/relationships" id="2147483651" r:id="R2676c29ac4a44968"/>
    <p:sldLayoutId xmlns:r="http://schemas.openxmlformats.org/officeDocument/2006/relationships" id="2147483652" r:id="R2305008ece1d4f24"/>
    <p:sldLayoutId xmlns:r="http://schemas.openxmlformats.org/officeDocument/2006/relationships" id="2147483653" r:id="Rdefc7248e928421b"/>
    <p:sldLayoutId xmlns:r="http://schemas.openxmlformats.org/officeDocument/2006/relationships" id="2147483654" r:id="Rb7d3758b69f74cd9"/>
    <p:sldLayoutId xmlns:r="http://schemas.openxmlformats.org/officeDocument/2006/relationships" id="2147483655" r:id="R5dcb4824dd2d444f"/>
    <p:sldLayoutId xmlns:r="http://schemas.openxmlformats.org/officeDocument/2006/relationships" id="2147483656" r:id="R246f05f56d9f43b4"/>
    <p:sldLayoutId xmlns:r="http://schemas.openxmlformats.org/officeDocument/2006/relationships" id="2147483657" r:id="Ra84f49ff47fa41ec"/>
    <p:sldLayoutId xmlns:r="http://schemas.openxmlformats.org/officeDocument/2006/relationships" id="2147483658" r:id="R6ac62b41ab834932"/>
    <p:sldLayoutId xmlns:r="http://schemas.openxmlformats.org/officeDocument/2006/relationships" id="2147483659" r:id="Rca4dd5f40cf74e80"/>
    <p:sldLayoutId xmlns:r="http://schemas.openxmlformats.org/officeDocument/2006/relationships" id="2147483660" r:id="R3940fd28656a4401"/>
    <p:sldLayoutId xmlns:r="http://schemas.openxmlformats.org/officeDocument/2006/relationships" id="2147483661" r:id="R815da8ad1d5a4119"/>
    <p:sldLayoutId xmlns:r="http://schemas.openxmlformats.org/officeDocument/2006/relationships" id="2147483662" r:id="Rb6100ef597fa4d56"/>
    <p:sldLayoutId xmlns:r="http://schemas.openxmlformats.org/officeDocument/2006/relationships" id="2147483663" r:id="R4cc7d67c08cc4cb6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57">
          <p15:clr>
            <a:srgbClr xmlns:a="http://schemas.openxmlformats.org/drawingml/2006/main" val="F26B43"/>
          </p15:clr>
        </p15:guide>
        <p15:guide id="2" pos="377">
          <p15:clr>
            <a:srgbClr xmlns:a="http://schemas.openxmlformats.org/drawingml/2006/main" val="F26B43"/>
          </p15:clr>
        </p15:guide>
        <p15:guide id="3" pos="2033">
          <p15:clr>
            <a:srgbClr xmlns:a="http://schemas.openxmlformats.org/drawingml/2006/main" val="F26B43"/>
          </p15:clr>
        </p15:guide>
        <p15:guide id="4" pos="2214">
          <p15:clr>
            <a:srgbClr xmlns:a="http://schemas.openxmlformats.org/drawingml/2006/main" val="F26B43"/>
          </p15:clr>
        </p15:guide>
        <p15:guide id="5" pos="3892">
          <p15:clr>
            <a:srgbClr xmlns:a="http://schemas.openxmlformats.org/drawingml/2006/main" val="F26B43"/>
          </p15:clr>
        </p15:guide>
        <p15:guide id="6" pos="4074">
          <p15:clr>
            <a:srgbClr xmlns:a="http://schemas.openxmlformats.org/drawingml/2006/main" val="F26B43"/>
          </p15:clr>
        </p15:guide>
        <p15:guide id="7" pos="5730">
          <p15:clr>
            <a:srgbClr xmlns:a="http://schemas.openxmlformats.org/drawingml/2006/main" val="F26B43"/>
          </p15:clr>
        </p15:guide>
        <p15:guide id="8" pos="5911">
          <p15:clr>
            <a:srgbClr xmlns:a="http://schemas.openxmlformats.org/drawingml/2006/main" val="F26B43"/>
          </p15:clr>
        </p15:guide>
        <p15:guide id="9" pos="7567">
          <p15:clr>
            <a:srgbClr xmlns:a="http://schemas.openxmlformats.org/drawingml/2006/main" val="F26B43"/>
          </p15:clr>
        </p15:guide>
        <p15:guide id="10" pos="7771">
          <p15:clr>
            <a:srgbClr xmlns:a="http://schemas.openxmlformats.org/drawingml/2006/main" val="F26B43"/>
          </p15:clr>
        </p15:guide>
        <p15:guide id="11" pos="9426">
          <p15:clr>
            <a:srgbClr xmlns:a="http://schemas.openxmlformats.org/drawingml/2006/main" val="F26B43"/>
          </p15:clr>
        </p15:guide>
        <p15:guide id="12" pos="9608">
          <p15:clr>
            <a:srgbClr xmlns:a="http://schemas.openxmlformats.org/drawingml/2006/main" val="F26B43"/>
          </p15:clr>
        </p15:guide>
        <p15:guide id="13" pos="11286">
          <p15:clr>
            <a:srgbClr xmlns:a="http://schemas.openxmlformats.org/drawingml/2006/main" val="F26B43"/>
          </p15:clr>
        </p15:guide>
        <p15:guide id="14" pos="11468">
          <p15:clr>
            <a:srgbClr xmlns:a="http://schemas.openxmlformats.org/drawingml/2006/main" val="F26B43"/>
          </p15:clr>
        </p15:guide>
        <p15:guide id="15" pos="13123">
          <p15:clr>
            <a:srgbClr xmlns:a="http://schemas.openxmlformats.org/drawingml/2006/main" val="F26B43"/>
          </p15:clr>
        </p15:guide>
        <p15:guide id="16" pos="13305">
          <p15:clr>
            <a:srgbClr xmlns:a="http://schemas.openxmlformats.org/drawingml/2006/main" val="F26B43"/>
          </p15:clr>
        </p15:guide>
        <p15:guide id="17" pos="14960">
          <p15:clr>
            <a:srgbClr xmlns:a="http://schemas.openxmlformats.org/drawingml/2006/main" val="F26B43"/>
          </p15:clr>
        </p15:guide>
        <p15:guide id="18" orient="horz" pos="1417">
          <p15:clr>
            <a:srgbClr xmlns:a="http://schemas.openxmlformats.org/drawingml/2006/main" val="F26B43"/>
          </p15:clr>
        </p15:guide>
        <p15:guide id="19" orient="horz" pos="2370">
          <p15:clr>
            <a:srgbClr xmlns:a="http://schemas.openxmlformats.org/drawingml/2006/main" val="F26B43"/>
          </p15:clr>
        </p15:guide>
        <p15:guide id="20" orient="horz" pos="3367">
          <p15:clr>
            <a:srgbClr xmlns:a="http://schemas.openxmlformats.org/drawingml/2006/main" val="F26B43"/>
          </p15:clr>
        </p15:guide>
        <p15:guide id="21" orient="horz" pos="4320">
          <p15:clr>
            <a:srgbClr xmlns:a="http://schemas.openxmlformats.org/drawingml/2006/main" val="F26B43"/>
          </p15:clr>
        </p15:guide>
        <p15:guide id="22" orient="horz" pos="5295">
          <p15:clr>
            <a:srgbClr xmlns:a="http://schemas.openxmlformats.org/drawingml/2006/main" val="F26B43"/>
          </p15:clr>
        </p15:guide>
        <p15:guide id="23" orient="horz" pos="6270">
          <p15:clr>
            <a:srgbClr xmlns:a="http://schemas.openxmlformats.org/drawingml/2006/main" val="F26B43"/>
          </p15:clr>
        </p15:guide>
        <p15:guide id="24" orient="horz" pos="7223">
          <p15:clr>
            <a:srgbClr xmlns:a="http://schemas.openxmlformats.org/drawingml/2006/main" val="F26B43"/>
          </p15:clr>
        </p15:guide>
        <p15:guide id="25" orient="horz" pos="8176">
          <p15:clr>
            <a:srgbClr xmlns:a="http://schemas.openxmlformats.org/drawingml/2006/main" val="F26B43"/>
          </p15:clr>
        </p15:guide>
        <p15:guide id="26" orient="horz" pos="648">
          <p15:clr>
            <a:srgbClr xmlns:a="http://schemas.openxmlformats.org/drawingml/2006/main" val="E46962"/>
          </p15:clr>
        </p15:guide>
        <p15:guide id="27" orient="horz" pos="687">
          <p15:clr>
            <a:srgbClr xmlns:a="http://schemas.openxmlformats.org/drawingml/2006/main" val="E46962"/>
          </p15:clr>
        </p15:guide>
        <p15:guide id="28" orient="horz" pos="744">
          <p15:clr>
            <a:srgbClr xmlns:a="http://schemas.openxmlformats.org/drawingml/2006/main" val="E46962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7f1f788704a30" /><Relationship Type="http://schemas.openxmlformats.org/officeDocument/2006/relationships/image" Target="/ppt/media/image5.png" Id="Rf225ed8497124b66" /><Relationship Type="http://schemas.openxmlformats.org/officeDocument/2006/relationships/image" Target="/ppt/media/image6.png" Id="Raee164dbc16b40bf" /><Relationship Type="http://schemas.openxmlformats.org/officeDocument/2006/relationships/image" Target="/ppt/media/image7.png" Id="R09154324e8694958" /><Relationship Type="http://schemas.openxmlformats.org/officeDocument/2006/relationships/image" Target="/ppt/media/image8.png" Id="Rf6515f6993cc4b31" /><Relationship Type="http://schemas.openxmlformats.org/officeDocument/2006/relationships/image" Target="/ppt/media/image9.png" Id="R29b53eaf221b4c8f" /><Relationship Type="http://schemas.openxmlformats.org/officeDocument/2006/relationships/notesSlide" Target="/ppt/notesSlides/notesSlide1.xml" Id="R127a7c78f64d4e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88f1a4b87d4f3f" /><Relationship Type="http://schemas.openxmlformats.org/officeDocument/2006/relationships/image" Target="/ppt/media/image10.png" Id="R79bb5e9f1a234415" /><Relationship Type="http://schemas.openxmlformats.org/officeDocument/2006/relationships/image" Target="/ppt/media/image11.png" Id="R1dec61a132784f6c" /><Relationship Type="http://schemas.openxmlformats.org/officeDocument/2006/relationships/image" Target="/ppt/media/image12.png" Id="R2c9793be9bc5440e" /><Relationship Type="http://schemas.openxmlformats.org/officeDocument/2006/relationships/image" Target="/ppt/media/image13.png" Id="Raef1495157024a58" /><Relationship Type="http://schemas.openxmlformats.org/officeDocument/2006/relationships/image" Target="/ppt/media/image14.png" Id="R635a8662fc5c4ee5" /><Relationship Type="http://schemas.openxmlformats.org/officeDocument/2006/relationships/notesSlide" Target="/ppt/notesSlides/notesSlide2.xml" Id="R1b1efea351644a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b42a17321a949fc" /><Relationship Type="http://schemas.openxmlformats.org/officeDocument/2006/relationships/image" Target="/ppt/media/image15.png" Id="Rfb2f1c3020fa4575" /><Relationship Type="http://schemas.openxmlformats.org/officeDocument/2006/relationships/image" Target="/ppt/media/image16.png" Id="R88671be6b1d74b6a" /><Relationship Type="http://schemas.openxmlformats.org/officeDocument/2006/relationships/image" Target="/ppt/media/image17.png" Id="Rf9dc57dacb7c4020" /><Relationship Type="http://schemas.openxmlformats.org/officeDocument/2006/relationships/notesSlide" Target="/ppt/notesSlides/notesSlide3.xml" Id="Rd2cb2c0ea71444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6fbc17f48cc4151" /><Relationship Type="http://schemas.openxmlformats.org/officeDocument/2006/relationships/image" Target="/ppt/media/image16.png" Id="Rb05b3717e908462d" /><Relationship Type="http://schemas.openxmlformats.org/officeDocument/2006/relationships/image" Target="/ppt/media/image18.png" Id="Rfcf006eeae5d4cb9" /><Relationship Type="http://schemas.openxmlformats.org/officeDocument/2006/relationships/image" Target="/ppt/media/image19.png" Id="R4fc652e4a8ef419c" /><Relationship Type="http://schemas.openxmlformats.org/officeDocument/2006/relationships/image" Target="/ppt/media/image20.png" Id="Rfef79eb41c3c4cf6" /><Relationship Type="http://schemas.openxmlformats.org/officeDocument/2006/relationships/notesSlide" Target="/ppt/notesSlides/notesSlide4.xml" Id="Ra41fdec8c0c145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1782a9d2324337" /><Relationship Type="http://schemas.openxmlformats.org/officeDocument/2006/relationships/image" Target="/ppt/media/image16.png" Id="R8f4dc9dd9d864a96" /><Relationship Type="http://schemas.openxmlformats.org/officeDocument/2006/relationships/image" Target="/ppt/media/image21.png" Id="R337b6541691a49e9" /><Relationship Type="http://schemas.openxmlformats.org/officeDocument/2006/relationships/image" Target="/ppt/media/image22.png" Id="Rdb47e6f96bd94b96" /><Relationship Type="http://schemas.openxmlformats.org/officeDocument/2006/relationships/notesSlide" Target="/ppt/notesSlides/notesSlide5.xml" Id="R495ff4cf2bbf4b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0bfbad76aa04b2b" /><Relationship Type="http://schemas.openxmlformats.org/officeDocument/2006/relationships/image" Target="/ppt/media/image10.png" Id="Rcbc7e7e395ea40bc" /><Relationship Type="http://schemas.openxmlformats.org/officeDocument/2006/relationships/image" Target="/ppt/media/image23.png" Id="R089cd0b560f146f0" /><Relationship Type="http://schemas.openxmlformats.org/officeDocument/2006/relationships/notesSlide" Target="/ppt/notesSlides/notesSlide6.xml" Id="Rd8c91027bda4490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26b905d33e944f2" /><Relationship Type="http://schemas.openxmlformats.org/officeDocument/2006/relationships/image" Target="/ppt/media/image18.png" Id="R8bf925d6391c4253" /><Relationship Type="http://schemas.openxmlformats.org/officeDocument/2006/relationships/image" Target="/ppt/media/image12.png" Id="R01aa75aea9044014" /><Relationship Type="http://schemas.openxmlformats.org/officeDocument/2006/relationships/image" Target="/ppt/media/image24.png" Id="R3279c92104f04f38" /><Relationship Type="http://schemas.openxmlformats.org/officeDocument/2006/relationships/notesSlide" Target="/ppt/notesSlides/notesSlide7.xml" Id="R078ac8a34ad34c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26c3402174b44f9" /><Relationship Type="http://schemas.openxmlformats.org/officeDocument/2006/relationships/image" Target="/ppt/media/image25.png" Id="R9673549133e74cf1" /><Relationship Type="http://schemas.openxmlformats.org/officeDocument/2006/relationships/image" Target="/ppt/media/image26.png" Id="Ra8692a1441984838" /><Relationship Type="http://schemas.openxmlformats.org/officeDocument/2006/relationships/image" Target="/ppt/media/image27.png" Id="R52066f98a64c4b06" /><Relationship Type="http://schemas.openxmlformats.org/officeDocument/2006/relationships/notesSlide" Target="/ppt/notesSlides/notesSlide8.xml" Id="R294221d6e1bf40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7be417e75fa45a4" /><Relationship Type="http://schemas.openxmlformats.org/officeDocument/2006/relationships/image" Target="/ppt/media/image28.png" Id="R1d4ee71e03954757" /><Relationship Type="http://schemas.openxmlformats.org/officeDocument/2006/relationships/image" Target="/ppt/media/image29.png" Id="R285b3f61053d4516" /><Relationship Type="http://schemas.openxmlformats.org/officeDocument/2006/relationships/image" Target="/ppt/media/image30.png" Id="Raa9f59769d44459e" /><Relationship Type="http://schemas.openxmlformats.org/officeDocument/2006/relationships/notesSlide" Target="/ppt/notesSlides/notesSlide9.xml" Id="R97fb785b18cd4c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179ffad74f24067" /><Relationship Type="http://schemas.openxmlformats.org/officeDocument/2006/relationships/image" Target="/ppt/media/image31.png" Id="R54cde0403ad148ac" /><Relationship Type="http://schemas.openxmlformats.org/officeDocument/2006/relationships/image" Target="/ppt/media/image30.png" Id="R5885c5af634f4f69" /><Relationship Type="http://schemas.openxmlformats.org/officeDocument/2006/relationships/notesSlide" Target="/ppt/notesSlides/notesSlide10.xml" Id="Rc07df29303f2443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7f017b76f624299" /><Relationship Type="http://schemas.openxmlformats.org/officeDocument/2006/relationships/image" Target="/ppt/media/image31.png" Id="Rf894453ebd0d4e92" /><Relationship Type="http://schemas.openxmlformats.org/officeDocument/2006/relationships/image" Target="/ppt/media/image30.png" Id="R32de076c81314cf5" /><Relationship Type="http://schemas.openxmlformats.org/officeDocument/2006/relationships/notesSlide" Target="/ppt/notesSlides/notesSlide11.xml" Id="R5f1af125a705460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96791f33c6341c4" /><Relationship Type="http://schemas.openxmlformats.org/officeDocument/2006/relationships/image" Target="/ppt/media/image32.png" Id="Rb7c6d0e3d9f24a2c" /><Relationship Type="http://schemas.openxmlformats.org/officeDocument/2006/relationships/image" Target="/ppt/media/image33.png" Id="Rf4bf01dc14844b3d" /><Relationship Type="http://schemas.openxmlformats.org/officeDocument/2006/relationships/notesSlide" Target="/ppt/notesSlides/notesSlide12.xml" Id="Rac363320c63b44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3676d108de47d9" /><Relationship Type="http://schemas.openxmlformats.org/officeDocument/2006/relationships/image" Target="/ppt/media/image31.png" Id="Rb203163726bc4a36" /><Relationship Type="http://schemas.openxmlformats.org/officeDocument/2006/relationships/image" Target="/ppt/media/image30.png" Id="Rb839d24ae63f4483" /><Relationship Type="http://schemas.openxmlformats.org/officeDocument/2006/relationships/notesSlide" Target="/ppt/notesSlides/notesSlide13.xml" Id="R6a7501c7104446a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e3e27ff0f924201" /><Relationship Type="http://schemas.openxmlformats.org/officeDocument/2006/relationships/image" Target="/ppt/media/image31.png" Id="Rb7cafb2ef5754c5d" /><Relationship Type="http://schemas.openxmlformats.org/officeDocument/2006/relationships/image" Target="/ppt/media/image34.png" Id="R980de44c5ede4026" /><Relationship Type="http://schemas.openxmlformats.org/officeDocument/2006/relationships/image" Target="/ppt/media/image35.png" Id="R82d4e1da42044a91" /><Relationship Type="http://schemas.openxmlformats.org/officeDocument/2006/relationships/image" Target="/ppt/media/image28.png" Id="R6ecbf844d20d479b" /><Relationship Type="http://schemas.openxmlformats.org/officeDocument/2006/relationships/notesSlide" Target="/ppt/notesSlides/notesSlide14.xml" Id="R0ce5e7ac886749d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7bd7a43fa804199" /><Relationship Type="http://schemas.openxmlformats.org/officeDocument/2006/relationships/image" Target="/ppt/media/image28.png" Id="Rbd692587b3b5471a" /><Relationship Type="http://schemas.openxmlformats.org/officeDocument/2006/relationships/image" Target="/ppt/media/image29.png" Id="R0241a15c84a14f6b" /><Relationship Type="http://schemas.openxmlformats.org/officeDocument/2006/relationships/image" Target="/ppt/media/image30.png" Id="Reeb59cbe99a44ed6" /><Relationship Type="http://schemas.openxmlformats.org/officeDocument/2006/relationships/notesSlide" Target="/ppt/notesSlides/notesSlide15.xml" Id="R74479d28ec9843a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3f04f981db4a16" /><Relationship Type="http://schemas.openxmlformats.org/officeDocument/2006/relationships/image" Target="/ppt/media/image16.png" Id="Rd8c7dd6508ef4aeb" /><Relationship Type="http://schemas.openxmlformats.org/officeDocument/2006/relationships/image" Target="/ppt/media/image21.png" Id="R4783e2afd8a149db" /><Relationship Type="http://schemas.openxmlformats.org/officeDocument/2006/relationships/image" Target="/ppt/media/image22.png" Id="R73730c83deb046ad" /><Relationship Type="http://schemas.openxmlformats.org/officeDocument/2006/relationships/notesSlide" Target="/ppt/notesSlides/notesSlide16.xml" Id="Rf3cd055d3ba941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7d221f20f34339" /><Relationship Type="http://schemas.openxmlformats.org/officeDocument/2006/relationships/image" Target="/ppt/media/image16.png" Id="Rc1475b6acf634950" /><Relationship Type="http://schemas.openxmlformats.org/officeDocument/2006/relationships/image" Target="/ppt/media/image21.png" Id="R6c90d422889645c1" /><Relationship Type="http://schemas.openxmlformats.org/officeDocument/2006/relationships/image" Target="/ppt/media/image22.png" Id="R3923ae3f81d2499e" /><Relationship Type="http://schemas.openxmlformats.org/officeDocument/2006/relationships/notesSlide" Target="/ppt/notesSlides/notesSlide17.xml" Id="Rbe99e4d1f2eb45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77605a137e34ac4" /><Relationship Type="http://schemas.openxmlformats.org/officeDocument/2006/relationships/image" Target="/ppt/media/image36.png" Id="R38db36ca40364f90" /><Relationship Type="http://schemas.openxmlformats.org/officeDocument/2006/relationships/image" Target="/ppt/media/image37.png" Id="R039fc2430c564318" /><Relationship Type="http://schemas.openxmlformats.org/officeDocument/2006/relationships/image" Target="/ppt/media/image30.png" Id="R0fa375185df441e6" /><Relationship Type="http://schemas.openxmlformats.org/officeDocument/2006/relationships/image" Target="/ppt/media/image38.png" Id="R2920b1be48304e70" /><Relationship Type="http://schemas.openxmlformats.org/officeDocument/2006/relationships/notesSlide" Target="/ppt/notesSlides/notesSlide18.xml" Id="Rac598104c81c41a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6" name="Google Shape;103;p1"/>
          <p:cNvPicPr>
            <a:picLocks xmlns:a="http://schemas.openxmlformats.org/drawingml/2006/main" noChangeAspect="1"/>
          </p:cNvPicPr>
          <p:nvPr>
            <p:ph type="pic" idx="2"/>
          </p:nvPr>
        </p:nvPicPr>
        <p:blipFill rotWithShape="1">
          <a:blip xmlns:r="http://schemas.openxmlformats.org/officeDocument/2006/relationships" xmlns:a="http://schemas.openxmlformats.org/drawingml/2006/main" r:embed="Rf225ed8497124b6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488" y="669779"/>
            <a:ext cx="3588461" cy="5552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17" name="Google Shape;104;p1"/>
          <p:cNvPicPr>
            <a:picLocks xmlns:a="http://schemas.openxmlformats.org/drawingml/2006/main" noChangeAspect="1"/>
          </p:cNvPicPr>
          <p:nvPr>
            <p:ph type="pic" idx="3"/>
          </p:nvPr>
        </p:nvPicPr>
        <p:blipFill rotWithShape="1">
          <a:blip xmlns:r="http://schemas.openxmlformats.org/officeDocument/2006/relationships" xmlns:a="http://schemas.openxmlformats.org/drawingml/2006/main" r:embed="Raee164dbc16b40b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2671727" y="736136"/>
            <a:ext cx="928637" cy="6692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5" name="Google Shape;105;p1">
            <a:extLst xmlns:a="http://schemas.openxmlformats.org/drawingml/2006/main">
              <a:ext uri="{FF2B5EF4-FFF2-40B4-BE49-F238E27FC236}">
                <a16:creationId xmlns:a16="http://schemas.microsoft.com/office/drawing/2014/main" id="{14396541-136B-45AA-8C78-F66F4F5F50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9040" y="4173712"/>
            <a:ext cx="12505500" cy="581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7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0"/>
              <a:buFont typeface="Helvetica Neue"/>
              <a:buNone/>
            </a:pPr>
            <a:r>
              <a:t>Практика 2:</a:t>
            </a:r>
          </a:p>
          <a:p xmlns:a="http://schemas.openxmlformats.org/drawingml/2006/main">
            <a:pPr marL="0" lvl="0" indent="0" algn="l">
              <a:lnSpc>
                <a:spcPct val="775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0"/>
              <a:buFont typeface="Helvetica Neue"/>
              <a:buNone/>
            </a:pPr>
            <a:r>
              <a:t>промптинг</a:t>
            </a:r>
          </a:p>
        </p:txBody>
      </p:sp>
      <p:sp>
        <p:nvSpPr>
          <p:cNvPr id="106" name="Google Shape;106;p1">
            <a:extLst xmlns:a="http://schemas.openxmlformats.org/drawingml/2006/main">
              <a:ext uri="{FF2B5EF4-FFF2-40B4-BE49-F238E27FC236}">
                <a16:creationId xmlns:a16="http://schemas.microsoft.com/office/drawing/2014/main" id="{73225FE4-1251-4950-8F4C-5C556333ED0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0669" y="12397190"/>
            <a:ext cx="6436800" cy="64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Helvetica Neue"/>
              <a:buNone/>
            </a:pPr>
            <a:r>
              <a:t>Марат Зимнуров</a:t>
            </a:r>
          </a:p>
        </p:txBody>
      </p:sp>
      <p:pic>
        <p:nvPicPr>
          <p:cNvPr id="120" name="Google Shape;107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9154324e86949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282148" y="4482517"/>
            <a:ext cx="9233483" cy="923348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1" name="Google Shape;108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515f6993cc4b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146169" y="669779"/>
            <a:ext cx="9487522" cy="108489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2" name="Google Shape;109;p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b53eaf221b4c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446931" y="3987800"/>
            <a:ext cx="9296398" cy="92963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0" name="Google Shape;110;p1">
            <a:extLst xmlns:a="http://schemas.openxmlformats.org/drawingml/2006/main">
              <a:ext uri="{FF2B5EF4-FFF2-40B4-BE49-F238E27FC236}">
                <a16:creationId xmlns:a16="http://schemas.microsoft.com/office/drawing/2014/main" id="{65D5CBBF-ABC2-4362-99A6-5469DE13C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577" y="702430"/>
            <a:ext cx="11424174" cy="5354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sz="2400" b="1" i="0" u="none" cap="none">
                <a:solidFill>
                  <a:schemeClr val="lt1"/>
                </a:solidFill>
                <a:latin typeface="Arial"/>
                <a:ea typeface="Arial"/>
                <a:cs typeface="Arial"/>
              </a:rPr>
              <a:t>Санкт-Петербург | 2026</a:t>
            </a:r>
          </a:p>
        </p:txBody>
      </p:sp>
    </p:spTree>
    <p:extLst>
      <p:ext uri="{BB962C8B-B14F-4D97-AF65-F5344CB8AC3E}">
        <p14:creationId xmlns:p14="http://schemas.microsoft.com/office/powerpoint/2010/main" val="3036231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9" name="Google Shape;124;g3f3d8a10446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bb5e9f1a2344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051563" y="5783416"/>
            <a:ext cx="8801700" cy="8801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5" name="Google Shape;125;g3f3d8a10446_0_0">
            <a:extLst xmlns:a="http://schemas.openxmlformats.org/drawingml/2006/main">
              <a:ext uri="{FF2B5EF4-FFF2-40B4-BE49-F238E27FC236}">
                <a16:creationId xmlns:a16="http://schemas.microsoft.com/office/drawing/2014/main" id="{2D0694C0-510A-4DFE-9CC8-BA60C80AE4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3332448" y="699698"/>
            <a:ext cx="2838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fld id="{00000000-1234-1234-1234-123412341234}" type="slidenum">
              <a:t>2</a:t>
            </a:fld>
            <a:endParaRPr/>
          </a:p>
        </p:txBody>
      </p:sp>
      <p:sp>
        <p:nvSpPr>
          <p:cNvPr id="128" name="Google Shape;128;g3f3d8a10446_0_0">
            <a:extLst xmlns:a="http://schemas.openxmlformats.org/drawingml/2006/main">
              <a:ext uri="{FF2B5EF4-FFF2-40B4-BE49-F238E27FC236}">
                <a16:creationId xmlns:a16="http://schemas.microsoft.com/office/drawing/2014/main" id="{601242C7-5A1B-422A-A5F0-89133DC4C95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12372975" y="2249500"/>
            <a:ext cx="11087100" cy="113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</a:pPr>
            <a:r>
              <a:rPr sz="7500"/>
              <a:t>Марат Зимнуров</a:t>
            </a:r>
          </a:p>
        </p:txBody>
      </p:sp>
      <p:sp>
        <p:nvSpPr>
          <p:cNvPr id="129" name="Google Shape;129;g3f3d8a10446_0_0">
            <a:extLst xmlns:a="http://schemas.openxmlformats.org/drawingml/2006/main">
              <a:ext uri="{FF2B5EF4-FFF2-40B4-BE49-F238E27FC236}">
                <a16:creationId xmlns:a16="http://schemas.microsoft.com/office/drawing/2014/main" id="{B1A2F969-76C3-4701-80F6-AC17C2F0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03050" y="1110100"/>
            <a:ext cx="11087100" cy="8801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5D5D5"/>
          </a:solidFill>
          <a:ln xmlns:a="http://schemas.openxmlformats.org/drawingml/2006/main" w="9525" cmpd="sng">
            <a:solidFill>
              <a:srgbClr val="5E5E5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0" name="Google Shape;130;g3f3d8a10446_0_0">
            <a:extLst xmlns:a="http://schemas.openxmlformats.org/drawingml/2006/main">
              <a:ext uri="{FF2B5EF4-FFF2-40B4-BE49-F238E27FC236}">
                <a16:creationId xmlns:a16="http://schemas.microsoft.com/office/drawing/2014/main" id="{E1B0CD4D-800B-45BE-AE85-27C52D05B8B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84213" y="664753"/>
            <a:ext cx="11424300" cy="480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Helvetica Neue"/>
              <a:buNone/>
            </a:pPr>
            <a:r>
              <a:rPr sz="2800"/>
              <a:t>Санкт-Петербург | 2026</a:t>
            </a:r>
          </a:p>
        </p:txBody>
      </p:sp>
      <p:sp>
        <p:nvSpPr>
          <p:cNvPr id="131" name="Google Shape;131;g3f3d8a10446_0_0">
            <a:extLst xmlns:a="http://schemas.openxmlformats.org/drawingml/2006/main">
              <a:ext uri="{FF2B5EF4-FFF2-40B4-BE49-F238E27FC236}">
                <a16:creationId xmlns:a16="http://schemas.microsoft.com/office/drawing/2014/main" id="{FFF7D92C-E9FF-491C-99F0-F3E0C08A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00" y="2349550"/>
            <a:ext cx="10740600" cy="1074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C1E"/>
          </a:solidFill>
          <a:ln xmlns:a="http://schemas.openxmlformats.org/drawingml/2006/main" w="9525" cmpd="sng">
            <a:solidFill>
              <a:schemeClr val="dk2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3f3d8a10446_0_0">
            <a:extLst xmlns:a="http://schemas.openxmlformats.org/drawingml/2006/main">
              <a:ext uri="{FF2B5EF4-FFF2-40B4-BE49-F238E27FC236}">
                <a16:creationId xmlns:a16="http://schemas.microsoft.com/office/drawing/2014/main" id="{BC9871C9-6BAF-484E-8496-D37D6660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" y="2145200"/>
            <a:ext cx="10668000" cy="10740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19050" cmpd="sng">
            <a:solidFill>
              <a:srgbClr val="1A1C1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46" name="Google Shape;133;g3f3d8a10446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ec61a132784f6c">
            <a:alphaModFix/>
          </a:blip>
          <a:srcRect xmlns:a="http://schemas.openxmlformats.org/drawingml/2006/main" l="1108" t="0" r="0" b="0"/>
          <a:stretch xmlns:a="http://schemas.openxmlformats.org/drawingml/2006/main"/>
        </p:blipFill>
        <p:spPr>
          <a:xfrm xmlns:a="http://schemas.openxmlformats.org/drawingml/2006/main">
            <a:off x="1503088" y="2787575"/>
            <a:ext cx="9350925" cy="9455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7" name="Google Shape;134;g3f3d8a10446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c9793be9bc5440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372975" y="2787575"/>
            <a:ext cx="11087099" cy="1218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8" name="Google Shape;135;g3f3d8a10446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bb5e9f1a2344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4808534" y="9467228"/>
            <a:ext cx="11276175" cy="112761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1495157024a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61439" y="2815149"/>
            <a:ext cx="9822481" cy="9822481"/>
          </a:xfrm>
          <a:prstGeom xmlns:a="http://schemas.openxmlformats.org/drawingml/2006/main" prst="rect">
            <a:avLst/>
          </a:prstGeom>
        </p:spPr>
      </p:pic>
      <p:pic>
        <p:nvPicPr>
          <p:cNvPr id="150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5a8662fc5c4e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02039" y="4007858"/>
            <a:ext cx="11942907" cy="57024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1339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49" name="Google Shape;749;g39221fdf1b9_0_0">
            <a:extLst xmlns:a="http://schemas.openxmlformats.org/drawingml/2006/main">
              <a:ext uri="{FF2B5EF4-FFF2-40B4-BE49-F238E27FC236}">
                <a16:creationId xmlns:a16="http://schemas.microsoft.com/office/drawing/2014/main" id="{7C148DF4-D7F4-4DAB-85DB-DB5FEBAE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46236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750" name="Google Shape;750;g39221fdf1b9_0_0">
            <a:extLst xmlns:a="http://schemas.openxmlformats.org/drawingml/2006/main">
              <a:ext uri="{FF2B5EF4-FFF2-40B4-BE49-F238E27FC236}">
                <a16:creationId xmlns:a16="http://schemas.microsoft.com/office/drawing/2014/main" id="{5F5779D8-33C3-4D79-AC1B-8F750AA506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4375" y="5078250"/>
            <a:ext cx="22636500" cy="279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00" b="1">
                <a:latin typeface="Helvetica Neue"/>
                <a:ea typeface="Helvetica Neue"/>
                <a:cs typeface="Helvetica Neue"/>
              </a:rPr>
              <a:t>Откройте артефакты</a:t>
            </a:r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Практики 1</a:t>
            </a:r>
            <a:endParaRPr sz="10100" b="1">
              <a:latin typeface="Helvetica Neue"/>
              <a:ea typeface="Helvetica Neue"/>
              <a:cs typeface="Helvetica Neue"/>
            </a:endParaRPr>
          </a:p>
        </p:txBody>
      </p:sp>
      <p:pic>
        <p:nvPicPr>
          <p:cNvPr id="756" name="Google Shape;751;g39221fdf1b9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b2f1c3020fa45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758863" y="7569668"/>
            <a:ext cx="11265725" cy="4767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57" name="Google Shape;752;g39221fdf1b9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8671be6b1d74b6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301007">
            <a:off x="-5639946" y="-923526"/>
            <a:ext cx="8334452" cy="8334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58" name="Google Shape;753;g39221fdf1b9_0_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9dc57dacb7c40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95836" y="2918100"/>
            <a:ext cx="2034875" cy="2034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728644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8" name="Google Shape;758;g3c75f29ecd1_0_167">
            <a:extLst xmlns:a="http://schemas.openxmlformats.org/drawingml/2006/main">
              <a:ext uri="{FF2B5EF4-FFF2-40B4-BE49-F238E27FC236}">
                <a16:creationId xmlns:a16="http://schemas.microsoft.com/office/drawing/2014/main" id="{39C62877-84AB-4156-9241-4ABA5AA7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46236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759" name="Google Shape;759;g3c75f29ecd1_0_167">
            <a:extLst xmlns:a="http://schemas.openxmlformats.org/drawingml/2006/main">
              <a:ext uri="{FF2B5EF4-FFF2-40B4-BE49-F238E27FC236}">
                <a16:creationId xmlns:a16="http://schemas.microsoft.com/office/drawing/2014/main" id="{FD2B24BA-51C9-451C-A2EA-5A86039E4C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4375" y="5078250"/>
            <a:ext cx="22636500" cy="279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100" b="1">
                <a:latin typeface="Helvetica Neue"/>
                <a:ea typeface="Helvetica Neue"/>
                <a:cs typeface="Helvetica Neue"/>
              </a:rPr>
              <a:t>Что сдаём сегодня?</a:t>
            </a:r>
          </a:p>
        </p:txBody>
      </p:sp>
      <p:pic>
        <p:nvPicPr>
          <p:cNvPr id="768" name="Google Shape;760;g3c75f29ecd1_0_1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5b3717e908462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301007">
            <a:off x="-5639946" y="-923526"/>
            <a:ext cx="8334452" cy="833445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61" name="Google Shape;761;g3c75f29ecd1_0_167">
            <a:extLst xmlns:a="http://schemas.openxmlformats.org/drawingml/2006/main">
              <a:ext uri="{FF2B5EF4-FFF2-40B4-BE49-F238E27FC236}">
                <a16:creationId xmlns:a16="http://schemas.microsoft.com/office/drawing/2014/main" id="{B35ED674-9E10-48B7-9AB3-4A01F74C4D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71400" y="9254025"/>
            <a:ext cx="5146200" cy="139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r>
              <a:rPr sz="3800"/>
              <a:t>prompts.md + 6 experiment.md</a:t>
            </a:r>
          </a:p>
        </p:txBody>
      </p:sp>
      <p:pic>
        <p:nvPicPr>
          <p:cNvPr id="770" name="Google Shape;762;g3c75f29ecd1_0_1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cf006eeae5d4cb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37172" y="5542782"/>
            <a:ext cx="8821750" cy="88216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1" name="Google Shape;763;g3c75f29ecd1_0_1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c652e4a8ef419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273003">
            <a:off x="-5883601" y="-1167262"/>
            <a:ext cx="8821754" cy="882193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72" name="Google Shape;764;g3c75f29ecd1_0_16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ef79eb41c3c4cf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42274" y="2864544"/>
            <a:ext cx="2141975" cy="2141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58548679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49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4dc9dd9d864a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643650" y="471100"/>
            <a:ext cx="6022500" cy="602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g3aab872a610_1_18">
            <a:extLst xmlns:a="http://schemas.openxmlformats.org/drawingml/2006/main">
              <a:ext uri="{FF2B5EF4-FFF2-40B4-BE49-F238E27FC236}">
                <a16:creationId xmlns:a16="http://schemas.microsoft.com/office/drawing/2014/main" id="{09C33428-FB9B-4A4C-B78D-F2024AB1E7C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89100" y="2986575"/>
            <a:ext cx="22607700" cy="155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</a:pPr>
            <a:r>
              <a:rPr sz="15800"/>
              <a:t>90 минут</a:t>
            </a:r>
            <a:endParaRPr/>
          </a:p>
        </p:txBody>
      </p:sp>
      <p:sp>
        <p:nvSpPr>
          <p:cNvPr id="151" name="Google Shape;151;g3aab872a610_1_18">
            <a:extLst xmlns:a="http://schemas.openxmlformats.org/drawingml/2006/main">
              <a:ext uri="{FF2B5EF4-FFF2-40B4-BE49-F238E27FC236}">
                <a16:creationId xmlns:a16="http://schemas.microsoft.com/office/drawing/2014/main" id="{FC733544-3C64-425C-83CC-9F643E26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388" y="657903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152" name="Google Shape;152;g3aab872a610_1_18">
            <a:extLst xmlns:a="http://schemas.openxmlformats.org/drawingml/2006/main">
              <a:ext uri="{FF2B5EF4-FFF2-40B4-BE49-F238E27FC236}">
                <a16:creationId xmlns:a16="http://schemas.microsoft.com/office/drawing/2014/main" id="{A16847E6-218B-4F09-B859-46DFFF9E1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1101" y="5651975"/>
            <a:ext cx="17687100" cy="67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r>
              <a:rPr sz="2700"/>
              <a:t>1. 0–10  Выбрать слабый артефакт Практики 1</a:t>
            </a:r>
          </a:p>
          <a:p xmlns:a="http://schemas.openxmlformats.org/drawingml/2006/main">
            <a:r>
              <a:rPr sz="2700"/>
              <a:t>2. 10–46  Шесть экспериментов по 6 минут</a:t>
            </a:r>
          </a:p>
          <a:p xmlns:a="http://schemas.openxmlformats.org/drawingml/2006/main">
            <a:r>
              <a:rPr sz="2700"/>
              <a:t>3. 46–65  OpenCode обновляет prompts.md</a:t>
            </a:r>
          </a:p>
          <a:p xmlns:a="http://schemas.openxmlformats.org/drawingml/2006/main">
            <a:r>
              <a:rPr sz="2700"/>
              <a:t>4. 65–80  Проверить свои изменения</a:t>
            </a:r>
          </a:p>
          <a:p xmlns:a="http://schemas.openxmlformats.org/drawingml/2006/main">
            <a:r>
              <a:rPr sz="2700"/>
              <a:t>5. 80–90  OpenCode исправляет файлы</a:t>
            </a:r>
          </a:p>
        </p:txBody>
      </p:sp>
      <p:pic>
        <p:nvPicPr>
          <p:cNvPr id="160" name="Google Shape;153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37b6541691a49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689756" y="5486847"/>
            <a:ext cx="10255775" cy="10255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1" name="Google Shape;154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47e6f96bd94b9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783102" y="5287322"/>
            <a:ext cx="6237102" cy="62370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0549603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2" name="Google Shape;362;p42">
            <a:extLst xmlns:a="http://schemas.openxmlformats.org/drawingml/2006/main">
              <a:ext uri="{FF2B5EF4-FFF2-40B4-BE49-F238E27FC236}">
                <a16:creationId xmlns:a16="http://schemas.microsoft.com/office/drawing/2014/main" id="{294DFDC2-CE12-4DA8-BD86-E832FCDDDA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23144501" y="699700"/>
            <a:ext cx="471900" cy="41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b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"/>
              <a:buNone/>
            </a:pPr>
            <a:fld id="{00000000-1234-1234-1234-123412341234}" type="slidenum">
              <a:rPr>
                <a:solidFill>
                  <a:srgbClr val="000000"/>
                </a:solidFill>
              </a:rPr>
              <a:t>6</a:t>
            </a:fld>
            <a:endParaRPr/>
          </a:p>
        </p:txBody>
      </p:sp>
      <p:sp>
        <p:nvSpPr>
          <p:cNvPr id="363" name="Google Shape;363;p42">
            <a:extLst xmlns:a="http://schemas.openxmlformats.org/drawingml/2006/main">
              <a:ext uri="{FF2B5EF4-FFF2-40B4-BE49-F238E27FC236}">
                <a16:creationId xmlns:a16="http://schemas.microsoft.com/office/drawing/2014/main" id="{BD6E5ED6-B650-429F-AE59-DAD08268B6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98513" y="2700000"/>
            <a:ext cx="22734000" cy="173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823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0"/>
              <a:buFont typeface="Helvetica Neue"/>
              <a:buNone/>
            </a:pPr>
            <a:r>
              <a:t>6 раундов × 6 минут</a:t>
            </a:r>
          </a:p>
        </p:txBody>
      </p:sp>
      <p:sp>
        <p:nvSpPr>
          <p:cNvPr id="364" name="Google Shape;364;p42">
            <a:extLst xmlns:a="http://schemas.openxmlformats.org/drawingml/2006/main">
              <a:ext uri="{FF2B5EF4-FFF2-40B4-BE49-F238E27FC236}">
                <a16:creationId xmlns:a16="http://schemas.microsoft.com/office/drawing/2014/main" id="{95C33D9B-D84F-40B6-81A3-7AA4BA77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829" y="10640338"/>
            <a:ext cx="2175222" cy="217522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000000"/>
            </a:solidFill>
            <a:prstDash val="solid"/>
            <a:headEnd type="none" w="sm" len="sm"/>
            <a:tailEnd type="none" w="sm" len="sm"/>
          </a:ln>
          <a:effectLst xmlns:a="http://schemas.openxmlformats.org/drawingml/2006/main">
            <a:outerShdw dist="152400" dir="2741011" rotWithShape="0">
              <a:srgbClr val="000000"/>
            </a:outerShdw>
          </a:effectLst>
        </p:spPr>
        <p:txBody>
          <a:bodyPr xmlns:a="http://schemas.openxmlformats.org/drawingml/2006/main" spcFirstLastPara="1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5" name="Google Shape;365;p42">
            <a:extLst xmlns:a="http://schemas.openxmlformats.org/drawingml/2006/main">
              <a:ext uri="{FF2B5EF4-FFF2-40B4-BE49-F238E27FC236}">
                <a16:creationId xmlns:a16="http://schemas.microsoft.com/office/drawing/2014/main" id="{9CA14D69-BDB6-4D17-822B-9C77A4937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2319" y="10981362"/>
            <a:ext cx="1032300" cy="17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r>
              <a:rPr sz="1800"/>
              <a:t>ASK</a:t>
            </a:r>
          </a:p>
        </p:txBody>
      </p:sp>
      <p:sp>
        <p:nvSpPr>
          <p:cNvPr id="366" name="Google Shape;366;p42">
            <a:extLst xmlns:a="http://schemas.openxmlformats.org/drawingml/2006/main">
              <a:ext uri="{FF2B5EF4-FFF2-40B4-BE49-F238E27FC236}">
                <a16:creationId xmlns:a16="http://schemas.microsoft.com/office/drawing/2014/main" id="{AC117418-159B-4D5A-B8AD-8C6FC0BC4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96266" y="6857988"/>
            <a:ext cx="2175300" cy="217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7" name="Google Shape;367;p42">
            <a:extLst xmlns:a="http://schemas.openxmlformats.org/drawingml/2006/main">
              <a:ext uri="{FF2B5EF4-FFF2-40B4-BE49-F238E27FC236}">
                <a16:creationId xmlns:a16="http://schemas.microsoft.com/office/drawing/2014/main" id="{6C5D8A17-B17F-459D-9AE9-D152E983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6646" y="7174418"/>
            <a:ext cx="1032300" cy="17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r>
              <a:rPr sz="1800"/>
              <a:t>EDIT</a:t>
            </a:r>
          </a:p>
        </p:txBody>
      </p:sp>
      <p:sp>
        <p:nvSpPr>
          <p:cNvPr id="368" name="Google Shape;368;p42">
            <a:extLst xmlns:a="http://schemas.openxmlformats.org/drawingml/2006/main">
              <a:ext uri="{FF2B5EF4-FFF2-40B4-BE49-F238E27FC236}">
                <a16:creationId xmlns:a16="http://schemas.microsoft.com/office/drawing/2014/main" id="{E6E5541F-37A6-4748-BB14-FFE731C0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6278" y="8866013"/>
            <a:ext cx="2175300" cy="217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69" name="Google Shape;369;p42">
            <a:extLst xmlns:a="http://schemas.openxmlformats.org/drawingml/2006/main">
              <a:ext uri="{FF2B5EF4-FFF2-40B4-BE49-F238E27FC236}">
                <a16:creationId xmlns:a16="http://schemas.microsoft.com/office/drawing/2014/main" id="{8F72CEB2-90AB-4A3C-BA04-4D586E28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23950" y="9207037"/>
            <a:ext cx="1032300" cy="17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r>
              <a:rPr sz="1800"/>
              <a:t>CHECK</a:t>
            </a:r>
          </a:p>
        </p:txBody>
      </p:sp>
      <p:sp>
        <p:nvSpPr>
          <p:cNvPr id="370" name="Google Shape;370;p42">
            <a:extLst xmlns:a="http://schemas.openxmlformats.org/drawingml/2006/main">
              <a:ext uri="{FF2B5EF4-FFF2-40B4-BE49-F238E27FC236}">
                <a16:creationId xmlns:a16="http://schemas.microsoft.com/office/drawing/2014/main" id="{51910823-B5D9-44BC-B73D-BC68ED3D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2789" y="4447588"/>
            <a:ext cx="2175300" cy="217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 cmpd="sng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50800" tIns="50800" rIns="50800" bIns="508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Helvetica Neue"/>
              <a:buNone/>
            </a:pPr>
            <a:endParaRPr sz="2400" b="0" i="0" u="none" cap="none">
              <a:solidFill>
                <a:srgbClr val="5E5E5E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1" name="Google Shape;371;p42">
            <a:extLst xmlns:a="http://schemas.openxmlformats.org/drawingml/2006/main">
              <a:ext uri="{FF2B5EF4-FFF2-40B4-BE49-F238E27FC236}">
                <a16:creationId xmlns:a16="http://schemas.microsoft.com/office/drawing/2014/main" id="{C0FEA914-E1B7-4C67-BD58-DC860E35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5374" y="4762809"/>
            <a:ext cx="1032300" cy="174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50800" tIns="50800" rIns="50800" bIns="50800" anchor="t">
            <a:spAutoFit/>
          </a:bodyPr>
          <a:lstStyle xmlns:a="http://schemas.openxmlformats.org/drawingml/2006/main"/>
          <a:p xmlns:a="http://schemas.openxmlformats.org/drawingml/2006/main">
            <a:r>
              <a:rPr sz="1800"/>
              <a:t>FIX</a:t>
            </a:r>
          </a:p>
        </p:txBody>
      </p:sp>
      <p:sp>
        <p:nvSpPr>
          <p:cNvPr id="372" name="Google Shape;372;p42">
            <a:extLst xmlns:a="http://schemas.openxmlformats.org/drawingml/2006/main">
              <a:ext uri="{FF2B5EF4-FFF2-40B4-BE49-F238E27FC236}">
                <a16:creationId xmlns:a16="http://schemas.microsoft.com/office/drawing/2014/main" id="{AE19EF74-AC2C-4C43-A1A9-FFB146363C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2825" y="5358275"/>
            <a:ext cx="12242100" cy="230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r>
              <a:rPr sz="3200"/>
              <a:t>Few-shot · RCTF · CoV · ToT</a:t>
            </a:r>
          </a:p>
          <a:p xmlns:a="http://schemas.openxmlformats.org/drawingml/2006/main">
            <a:r>
              <a:rPr sz="3200"/>
              <a:t>RAG · ReAct</a:t>
            </a:r>
          </a:p>
          <a:p xmlns:a="http://schemas.openxmlformats.org/drawingml/2006/main">
            <a:r>
              <a:rPr sz="3200"/>
              <a:t>Каждый experiment.md: вход → запрос → результат → правка → проверка</a:t>
            </a:r>
          </a:p>
        </p:txBody>
      </p:sp>
      <p:sp>
        <p:nvSpPr>
          <p:cNvPr id="373" name="Google Shape;373;p42">
            <a:extLst xmlns:a="http://schemas.openxmlformats.org/drawingml/2006/main">
              <a:ext uri="{FF2B5EF4-FFF2-40B4-BE49-F238E27FC236}">
                <a16:creationId xmlns:a16="http://schemas.microsoft.com/office/drawing/2014/main" id="{1638744F-BB61-400A-99F3-A1CB1A5A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463" y="664852"/>
            <a:ext cx="11424174" cy="480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FD7D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sz="2800" b="1" i="0" u="none" cap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Saint Petersburg | 2026</a:t>
            </a:r>
          </a:p>
        </p:txBody>
      </p:sp>
      <p:pic>
        <p:nvPicPr>
          <p:cNvPr id="388" name="Google Shape;374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bc7e7e395ea40b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515469" y="9479108"/>
            <a:ext cx="5353075" cy="53530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9" name="Google Shape;375;p4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89cd0b560f146f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229725" y="8892961"/>
            <a:ext cx="5147101" cy="51471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3067009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3" name="Google Shape;435;g3b14dade707_0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f925d6391c425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514727" y="6825286"/>
            <a:ext cx="3448950" cy="34489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36" name="Google Shape;436;g3b14dade707_0_18">
            <a:extLst xmlns:a="http://schemas.openxmlformats.org/drawingml/2006/main">
              <a:ext uri="{FF2B5EF4-FFF2-40B4-BE49-F238E27FC236}">
                <a16:creationId xmlns:a16="http://schemas.microsoft.com/office/drawing/2014/main" id="{432923AE-F341-49CF-AF4A-5923B617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8375" y="5345125"/>
            <a:ext cx="14608500" cy="3666900"/>
          </a:xfrm>
          <a:prstGeom xmlns:a="http://schemas.openxmlformats.org/drawingml/2006/main" prst="roundRect">
            <a:avLst>
              <a:gd name="adj" fmla="val 6880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44725" cmpd="sng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7325" tIns="107325" rIns="107325" bIns="1073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643"/>
          </a:p>
        </p:txBody>
      </p:sp>
      <p:sp>
        <p:nvSpPr>
          <p:cNvPr id="437" name="Google Shape;437;g3b14dade707_0_18">
            <a:extLst xmlns:a="http://schemas.openxmlformats.org/drawingml/2006/main">
              <a:ext uri="{FF2B5EF4-FFF2-40B4-BE49-F238E27FC236}">
                <a16:creationId xmlns:a16="http://schemas.microsoft.com/office/drawing/2014/main" id="{CCF9DFEF-2EA8-416E-9E20-EB8097E4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25511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438" name="Google Shape;438;g3b14dade707_0_18">
            <a:extLst xmlns:a="http://schemas.openxmlformats.org/drawingml/2006/main">
              <a:ext uri="{FF2B5EF4-FFF2-40B4-BE49-F238E27FC236}">
                <a16:creationId xmlns:a16="http://schemas.microsoft.com/office/drawing/2014/main" id="{3EF3510A-7406-4FD3-8DBD-6CECE288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125" y="6117925"/>
            <a:ext cx="13995000" cy="212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sz="3600" b="1">
                <a:solidFill>
                  <a:srgbClr val="222222"/>
                </a:solidFill>
                <a:highlight>
                  <a:schemeClr val="lt1"/>
                </a:highlight>
              </a:rPr>
              <a:t>❌ «Посмотри этот PR и найди проблемы».</a:t>
            </a:r>
            <a:endParaRPr sz="4700" b="1">
              <a:solidFill>
                <a:srgbClr val="222222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39" name="Google Shape;439;g3b14dade707_0_18">
            <a:extLst xmlns:a="http://schemas.openxmlformats.org/drawingml/2006/main">
              <a:ext uri="{FF2B5EF4-FFF2-40B4-BE49-F238E27FC236}">
                <a16:creationId xmlns:a16="http://schemas.microsoft.com/office/drawing/2014/main" id="{A949122F-1571-4E49-990E-67A214712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939083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Плохой запрос</a:t>
            </a:r>
          </a:p>
        </p:txBody>
      </p:sp>
      <p:pic>
        <p:nvPicPr>
          <p:cNvPr id="448" name="Google Shape;440;g3b14dade707_0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aa75aea904401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117150" y="2535350"/>
            <a:ext cx="9745699" cy="1233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49" name="Google Shape;441;g3b14dade707_0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79c92104f04f3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972301" y="9591815"/>
            <a:ext cx="8859075" cy="374941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3712336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6" name="Google Shape;446;g3b14dade707_0_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73549133e74c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74006" y="3264838"/>
            <a:ext cx="11692974" cy="41605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57" name="Google Shape;447;g3b14dade707_0_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692a144198483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220850" y="2387550"/>
            <a:ext cx="5730074" cy="13748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58" name="Google Shape;448;g3b14dade707_0_2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066f98a64c4b0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822583" y="7873813"/>
            <a:ext cx="6020394" cy="602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49" name="Google Shape;449;g3b14dade707_0_27">
            <a:extLst xmlns:a="http://schemas.openxmlformats.org/drawingml/2006/main">
              <a:ext uri="{FF2B5EF4-FFF2-40B4-BE49-F238E27FC236}">
                <a16:creationId xmlns:a16="http://schemas.microsoft.com/office/drawing/2014/main" id="{B4DD33CE-0E0E-4B28-BAEF-D2086229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2738" y="4020350"/>
            <a:ext cx="20394600" cy="7806600"/>
          </a:xfrm>
          <a:prstGeom xmlns:a="http://schemas.openxmlformats.org/drawingml/2006/main" prst="roundRect">
            <a:avLst>
              <a:gd name="adj" fmla="val 6880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56E286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107325" tIns="107325" rIns="107325" bIns="1073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643"/>
          </a:p>
        </p:txBody>
      </p:sp>
      <p:sp>
        <p:nvSpPr>
          <p:cNvPr id="450" name="Google Shape;450;g3b14dade707_0_27">
            <a:extLst xmlns:a="http://schemas.openxmlformats.org/drawingml/2006/main">
              <a:ext uri="{FF2B5EF4-FFF2-40B4-BE49-F238E27FC236}">
                <a16:creationId xmlns:a16="http://schemas.microsoft.com/office/drawing/2014/main" id="{410E8008-DD56-448D-8007-35F911899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25511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451" name="Google Shape;451;g3b14dade707_0_27">
            <a:extLst xmlns:a="http://schemas.openxmlformats.org/drawingml/2006/main">
              <a:ext uri="{FF2B5EF4-FFF2-40B4-BE49-F238E27FC236}">
                <a16:creationId xmlns:a16="http://schemas.microsoft.com/office/drawing/2014/main" id="{B2CE2278-16ED-4F88-BC4E-E3733B15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2413" y="4179000"/>
            <a:ext cx="20210100" cy="730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sz="4100" b="1">
                <a:solidFill>
                  <a:srgbClr val="222222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</a:rPr>
              <a:t>Role: помощник ревьюера backend PR.</a:t>
            </a:r>
          </a:p>
          <a:p xmlns:a="http://schemas.openxmlformats.org/drawingml/2006/main">
            <a:pPr marL="457200" lvl="0" indent="-488950" algn="l">
              <a:lnSpc>
                <a:spcPct val="142857"/>
              </a:lnSpc>
              <a:spcBef>
                <a:spcPts val="1400"/>
              </a:spcBef>
              <a:spcAft>
                <a:spcPts val="0"/>
              </a:spcAft>
              <a:buClr>
                <a:srgbClr val="222222"/>
              </a:buClr>
              <a:buSzPts val="4100"/>
              <a:buChar char="●"/>
            </a:pPr>
            <a:r>
              <a:rPr sz="4100" b="1">
                <a:solidFill>
                  <a:srgbClr val="222222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</a:rPr>
              <a:t>Context: diff + правила репозитория.</a:t>
            </a:r>
            <a:endParaRPr sz="4100">
              <a:solidFill>
                <a:srgbClr val="222222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457200" lvl="0" indent="-48895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4100"/>
              <a:buChar char="●"/>
            </a:pPr>
            <a:r>
              <a:rPr sz="4100" b="1">
                <a:solidFill>
                  <a:srgbClr val="222222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</a:rPr>
              <a:t>Task: summary; до 3 рисков с file:line; проверки.</a:t>
            </a:r>
            <a:endParaRPr sz="4100">
              <a:solidFill>
                <a:srgbClr val="222222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457200" lvl="0" indent="-48895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4100"/>
              <a:buChar char="●"/>
            </a:pPr>
            <a:r>
              <a:rPr sz="4100" b="1">
                <a:solidFill>
                  <a:srgbClr val="222222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</a:rPr>
              <a:t>Format: summary / risks / checks.</a:t>
            </a:r>
            <a:endParaRPr sz="4100">
              <a:solidFill>
                <a:srgbClr val="222222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457200" lvl="0" indent="-48895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4100"/>
              <a:buChar char="●"/>
            </a:pPr>
            <a:r>
              <a:rPr sz="4100" b="1">
                <a:solidFill>
                  <a:srgbClr val="222222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</a:rPr>
              <a:t>Boundaries: не approve, не merge, не меняй код. Если данных мало — задай вопрос.</a:t>
            </a:r>
            <a:endParaRPr sz="4100">
              <a:solidFill>
                <a:srgbClr val="222222"/>
              </a:solidFill>
              <a:highlight>
                <a:schemeClr val="lt1"/>
              </a:highlight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52" name="Google Shape;452;g3b14dade707_0_27">
            <a:extLst xmlns:a="http://schemas.openxmlformats.org/drawingml/2006/main">
              <a:ext uri="{FF2B5EF4-FFF2-40B4-BE49-F238E27FC236}">
                <a16:creationId xmlns:a16="http://schemas.microsoft.com/office/drawing/2014/main" id="{BEE211F1-8A13-49B0-9754-8C4C00D301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939083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Первый рабочий запрос</a:t>
            </a:r>
          </a:p>
        </p:txBody>
      </p:sp>
    </p:spTree>
    <p:extLst>
      <p:ext uri="{BB962C8B-B14F-4D97-AF65-F5344CB8AC3E}">
        <p14:creationId xmlns:p14="http://schemas.microsoft.com/office/powerpoint/2010/main" val="15290609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9" name="Google Shape;560;g3b1e86c84b1_1_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4ee71e0395475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778622" y="3162013"/>
            <a:ext cx="7970374" cy="2836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0" name="Google Shape;561;g3b1e86c84b1_1_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85b3f61053d451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099399" y="2396149"/>
            <a:ext cx="11092650" cy="11092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62" name="Google Shape;562;g3b1e86c84b1_1_12">
            <a:extLst xmlns:a="http://schemas.openxmlformats.org/drawingml/2006/main">
              <a:ext uri="{FF2B5EF4-FFF2-40B4-BE49-F238E27FC236}">
                <a16:creationId xmlns:a16="http://schemas.microsoft.com/office/drawing/2014/main" id="{ED37FE3F-F2B4-407B-B200-496406B2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50" y="4470050"/>
            <a:ext cx="21788700" cy="5734800"/>
          </a:xfrm>
          <a:prstGeom xmlns:a="http://schemas.openxmlformats.org/drawingml/2006/main" prst="roundRect">
            <a:avLst>
              <a:gd name="adj" fmla="val 8056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A688F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g3b1e86c84b1_1_12">
            <a:extLst xmlns:a="http://schemas.openxmlformats.org/drawingml/2006/main">
              <a:ext uri="{FF2B5EF4-FFF2-40B4-BE49-F238E27FC236}">
                <a16:creationId xmlns:a16="http://schemas.microsoft.com/office/drawing/2014/main" id="{71809AF2-0174-4519-88F7-E6C4FEF6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25511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564" name="Google Shape;564;g3b1e86c84b1_1_12">
            <a:extLst xmlns:a="http://schemas.openxmlformats.org/drawingml/2006/main">
              <a:ext uri="{FF2B5EF4-FFF2-40B4-BE49-F238E27FC236}">
                <a16:creationId xmlns:a16="http://schemas.microsoft.com/office/drawing/2014/main" id="{BC0AEA34-46D5-4F2A-A03B-30FEC291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550" y="4734725"/>
            <a:ext cx="20544900" cy="5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000"/>
              <a:t>• У техники есть конкретная цель</a:t>
            </a:r>
          </a:p>
          <a:p xmlns:a="http://schemas.openxmlformats.org/drawingml/2006/main">
            <a:r>
              <a:rPr sz="3000"/>
              <a:t>• Сохранён запрос</a:t>
            </a:r>
          </a:p>
          <a:p xmlns:a="http://schemas.openxmlformats.org/drawingml/2006/main">
            <a:r>
              <a:rPr sz="3000"/>
              <a:t>• Сохранён короткий результат</a:t>
            </a:r>
          </a:p>
          <a:p xmlns:a="http://schemas.openxmlformats.org/drawingml/2006/main">
            <a:r>
              <a:rPr sz="3000"/>
              <a:t>• Изменён рабочий артефакт</a:t>
            </a:r>
          </a:p>
          <a:p xmlns:a="http://schemas.openxmlformats.org/drawingml/2006/main">
            <a:r>
              <a:rPr sz="3000"/>
              <a:t>• Записана проверка</a:t>
            </a:r>
          </a:p>
          <a:p xmlns:a="http://schemas.openxmlformats.org/drawingml/2006/main">
            <a:r>
              <a:rPr sz="3000"/>
              <a:t>• Эффект отличается от других строк</a:t>
            </a:r>
          </a:p>
        </p:txBody>
      </p:sp>
      <p:sp>
        <p:nvSpPr>
          <p:cNvPr id="565" name="Google Shape;565;g3b1e86c84b1_1_12">
            <a:extLst xmlns:a="http://schemas.openxmlformats.org/drawingml/2006/main">
              <a:ext uri="{FF2B5EF4-FFF2-40B4-BE49-F238E27FC236}">
                <a16:creationId xmlns:a16="http://schemas.microsoft.com/office/drawing/2014/main" id="{57A0E98B-A44E-4C94-8EC3-9131EE06D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779458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OpenCode ведёт журнал</a:t>
            </a:r>
          </a:p>
        </p:txBody>
      </p:sp>
      <p:pic>
        <p:nvPicPr>
          <p:cNvPr id="575" name="Google Shape;566;g3b1e86c84b1_1_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a9f59769d44459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497831" y="8986389"/>
            <a:ext cx="1934475" cy="193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9787606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8" name="Google Shape;571;g3b1e86c84b1_1_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4cde0403ad148a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0740" y="4048275"/>
            <a:ext cx="11463338" cy="114633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2" name="Google Shape;572;g3b1e86c84b1_1_40">
            <a:extLst xmlns:a="http://schemas.openxmlformats.org/drawingml/2006/main">
              <a:ext uri="{FF2B5EF4-FFF2-40B4-BE49-F238E27FC236}">
                <a16:creationId xmlns:a16="http://schemas.microsoft.com/office/drawing/2014/main" id="{A5005E15-9A20-44F8-8692-C0DE79C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0" y="3259575"/>
            <a:ext cx="22383600" cy="10060800"/>
          </a:xfrm>
          <a:prstGeom xmlns:a="http://schemas.openxmlformats.org/drawingml/2006/main" prst="roundRect">
            <a:avLst>
              <a:gd name="adj" fmla="val 6509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A688F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g3b1e86c84b1_1_40">
            <a:extLst xmlns:a="http://schemas.openxmlformats.org/drawingml/2006/main">
              <a:ext uri="{FF2B5EF4-FFF2-40B4-BE49-F238E27FC236}">
                <a16:creationId xmlns:a16="http://schemas.microsoft.com/office/drawing/2014/main" id="{B0000DE1-4B08-4363-9DF6-8D5BFFF9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46236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574" name="Google Shape;574;g3b1e86c84b1_1_40">
            <a:extLst xmlns:a="http://schemas.openxmlformats.org/drawingml/2006/main">
              <a:ext uri="{FF2B5EF4-FFF2-40B4-BE49-F238E27FC236}">
                <a16:creationId xmlns:a16="http://schemas.microsoft.com/office/drawing/2014/main" id="{FB3C4F3B-D8A7-485B-BBF3-EADE8BA4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50" y="3376925"/>
            <a:ext cx="21765300" cy="1038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000"/>
              <a:t>• Цель — один результат</a:t>
            </a:r>
          </a:p>
          <a:p xmlns:a="http://schemas.openxmlformats.org/drawingml/2006/main">
            <a:r>
              <a:rPr sz="3000"/>
              <a:t>• Контекст и входные данные</a:t>
            </a:r>
          </a:p>
          <a:p xmlns:a="http://schemas.openxmlformats.org/drawingml/2006/main">
            <a:r>
              <a:rPr sz="3000"/>
              <a:t>• Разрешённые действия</a:t>
            </a:r>
          </a:p>
          <a:p xmlns:a="http://schemas.openxmlformats.org/drawingml/2006/main">
            <a:r>
              <a:rPr sz="3000"/>
              <a:t>• Запрещённые действия</a:t>
            </a:r>
          </a:p>
          <a:p xmlns:a="http://schemas.openxmlformats.org/drawingml/2006/main">
            <a:r>
              <a:rPr sz="3000"/>
              <a:t>• Какие файлы можно менять</a:t>
            </a:r>
          </a:p>
          <a:p xmlns:a="http://schemas.openxmlformats.org/drawingml/2006/main">
            <a:r>
              <a:rPr sz="3000"/>
              <a:t>• Формат результата</a:t>
            </a:r>
          </a:p>
          <a:p xmlns:a="http://schemas.openxmlformats.org/drawingml/2006/main">
            <a:r>
              <a:rPr sz="3000"/>
              <a:t>• Definition of Done</a:t>
            </a:r>
          </a:p>
        </p:txBody>
      </p:sp>
      <p:sp>
        <p:nvSpPr>
          <p:cNvPr id="575" name="Google Shape;575;g3b1e86c84b1_1_40">
            <a:extLst xmlns:a="http://schemas.openxmlformats.org/drawingml/2006/main">
              <a:ext uri="{FF2B5EF4-FFF2-40B4-BE49-F238E27FC236}">
                <a16:creationId xmlns:a16="http://schemas.microsoft.com/office/drawing/2014/main" id="{51458223-BF0A-45AA-B7A2-3776AF61A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779458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Финальное задание агенту</a:t>
            </a:r>
          </a:p>
        </p:txBody>
      </p:sp>
      <p:pic>
        <p:nvPicPr>
          <p:cNvPr id="583" name="Google Shape;576;g3b1e86c84b1_1_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885c5af634f4f6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154456" y="1428702"/>
            <a:ext cx="1934475" cy="193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4708641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8" name="Google Shape;571;g3b1e86c84b1_1_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94453ebd0d4e9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0740" y="4048275"/>
            <a:ext cx="11463338" cy="114633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2" name="Google Shape;572;g3b1e86c84b1_1_40">
            <a:extLst xmlns:a="http://schemas.openxmlformats.org/drawingml/2006/main">
              <a:ext uri="{FF2B5EF4-FFF2-40B4-BE49-F238E27FC236}">
                <a16:creationId xmlns:a16="http://schemas.microsoft.com/office/drawing/2014/main" id="{A5005E15-9A20-44F8-8692-C0DE79C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0" y="3259575"/>
            <a:ext cx="22383600" cy="10060800"/>
          </a:xfrm>
          <a:prstGeom xmlns:a="http://schemas.openxmlformats.org/drawingml/2006/main" prst="roundRect">
            <a:avLst>
              <a:gd name="adj" fmla="val 6509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A688F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g3b1e86c84b1_1_40">
            <a:extLst xmlns:a="http://schemas.openxmlformats.org/drawingml/2006/main">
              <a:ext uri="{FF2B5EF4-FFF2-40B4-BE49-F238E27FC236}">
                <a16:creationId xmlns:a16="http://schemas.microsoft.com/office/drawing/2014/main" id="{B0000DE1-4B08-4363-9DF6-8D5BFFF9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46236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574" name="Google Shape;574;g3b1e86c84b1_1_40">
            <a:extLst xmlns:a="http://schemas.openxmlformats.org/drawingml/2006/main">
              <a:ext uri="{FF2B5EF4-FFF2-40B4-BE49-F238E27FC236}">
                <a16:creationId xmlns:a16="http://schemas.microsoft.com/office/drawing/2014/main" id="{FB3C4F3B-D8A7-485B-BBF3-EADE8BA4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50" y="3376925"/>
            <a:ext cx="21765300" cy="1038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000"/>
              <a:t>• Позитивный: корректный PR</a:t>
            </a:r>
          </a:p>
          <a:p xmlns:a="http://schemas.openxmlformats.org/drawingml/2006/main">
            <a:r>
              <a:rPr sz="3000"/>
              <a:t>• Негативный: нет правил репозитория</a:t>
            </a:r>
          </a:p>
          <a:p xmlns:a="http://schemas.openxmlformats.org/drawingml/2006/main">
            <a:r>
              <a:rPr sz="3000"/>
              <a:t>• Граничный: огромный diff или нет line evidence</a:t>
            </a:r>
          </a:p>
          <a:p xmlns:a="http://schemas.openxmlformats.org/drawingml/2006/main">
            <a:r>
              <a:rPr sz="3000"/>
              <a:t>• Для каждого: Given / When / Then</a:t>
            </a:r>
          </a:p>
        </p:txBody>
      </p:sp>
      <p:sp>
        <p:nvSpPr>
          <p:cNvPr id="575" name="Google Shape;575;g3b1e86c84b1_1_40">
            <a:extLst xmlns:a="http://schemas.openxmlformats.org/drawingml/2006/main">
              <a:ext uri="{FF2B5EF4-FFF2-40B4-BE49-F238E27FC236}">
                <a16:creationId xmlns:a16="http://schemas.microsoft.com/office/drawing/2014/main" id="{51458223-BF0A-45AA-B7A2-3776AF61A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779458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Три сценария</a:t>
            </a:r>
          </a:p>
        </p:txBody>
      </p:sp>
      <p:pic>
        <p:nvPicPr>
          <p:cNvPr id="583" name="Google Shape;576;g3b1e86c84b1_1_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2de076c81314cf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154456" y="1428702"/>
            <a:ext cx="1934475" cy="193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4708641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58" name="Google Shape;550;g3b1e86c84b1_1_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c6d0e3d9f24a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721412" y="1511529"/>
            <a:ext cx="6894425" cy="689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59" name="Google Shape;551;g3b1e86c84b1_1_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bf01dc14844b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399935">
            <a:off x="-3014377" y="10581923"/>
            <a:ext cx="12110750" cy="4309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52" name="Google Shape;552;g3b1e86c84b1_1_6">
            <a:extLst xmlns:a="http://schemas.openxmlformats.org/drawingml/2006/main">
              <a:ext uri="{FF2B5EF4-FFF2-40B4-BE49-F238E27FC236}">
                <a16:creationId xmlns:a16="http://schemas.microsoft.com/office/drawing/2014/main" id="{ADBCEEA3-5707-46B8-856C-2EEFFFEB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700" y="3259575"/>
            <a:ext cx="22392600" cy="10060800"/>
          </a:xfrm>
          <a:prstGeom xmlns:a="http://schemas.openxmlformats.org/drawingml/2006/main" prst="roundRect">
            <a:avLst>
              <a:gd name="adj" fmla="val 8056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3DA6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g3b1e86c84b1_1_6">
            <a:extLst xmlns:a="http://schemas.openxmlformats.org/drawingml/2006/main">
              <a:ext uri="{FF2B5EF4-FFF2-40B4-BE49-F238E27FC236}">
                <a16:creationId xmlns:a16="http://schemas.microsoft.com/office/drawing/2014/main" id="{E2ACA921-8CE5-4FEF-B3A1-F1757778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46236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554" name="Google Shape;554;g3b1e86c84b1_1_6">
            <a:extLst xmlns:a="http://schemas.openxmlformats.org/drawingml/2006/main">
              <a:ext uri="{FF2B5EF4-FFF2-40B4-BE49-F238E27FC236}">
                <a16:creationId xmlns:a16="http://schemas.microsoft.com/office/drawing/2014/main" id="{83F08903-9253-4677-809E-F067B809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775" y="3619400"/>
            <a:ext cx="22055400" cy="936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400"/>
              <a:t>1. Draft: черновик рисков.</a:t>
            </a:r>
          </a:p>
          <a:p xmlns:a="http://schemas.openxmlformats.org/drawingml/2006/main">
            <a:r>
              <a:rPr sz="3400"/>
              <a:t>2. Verify: для каждого риска спроси — где доказательство в diff или правилах?</a:t>
            </a:r>
          </a:p>
          <a:p xmlns:a="http://schemas.openxmlformats.org/drawingml/2006/main">
            <a:r>
              <a:rPr sz="3400"/>
              <a:t>3. Check: убери утверждения без file:line или источника.</a:t>
            </a:r>
          </a:p>
          <a:p xmlns:a="http://schemas.openxmlformats.org/drawingml/2006/main">
            <a:r>
              <a:rPr sz="3400"/>
              <a:t>4. Final: верни только подтверждённые риски и проверки.</a:t>
            </a:r>
          </a:p>
        </p:txBody>
      </p:sp>
      <p:sp>
        <p:nvSpPr>
          <p:cNvPr id="555" name="Google Shape;555;g3b1e86c84b1_1_6">
            <a:extLst xmlns:a="http://schemas.openxmlformats.org/drawingml/2006/main">
              <a:ext uri="{FF2B5EF4-FFF2-40B4-BE49-F238E27FC236}">
                <a16:creationId xmlns:a16="http://schemas.microsoft.com/office/drawing/2014/main" id="{2B23531A-F31B-480C-BD76-61025C81AA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779458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CoV: уберите неподтверждённое</a:t>
            </a:r>
          </a:p>
        </p:txBody>
      </p:sp>
    </p:spTree>
    <p:extLst>
      <p:ext uri="{BB962C8B-B14F-4D97-AF65-F5344CB8AC3E}">
        <p14:creationId xmlns:p14="http://schemas.microsoft.com/office/powerpoint/2010/main" val="6263928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78" name="Google Shape;571;g3b1e86c84b1_1_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203163726bc4a3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570740" y="4048275"/>
            <a:ext cx="11463338" cy="114633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72" name="Google Shape;572;g3b1e86c84b1_1_40">
            <a:extLst xmlns:a="http://schemas.openxmlformats.org/drawingml/2006/main">
              <a:ext uri="{FF2B5EF4-FFF2-40B4-BE49-F238E27FC236}">
                <a16:creationId xmlns:a16="http://schemas.microsoft.com/office/drawing/2014/main" id="{A5005E15-9A20-44F8-8692-C0DE79C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0" y="3259575"/>
            <a:ext cx="22383600" cy="10060800"/>
          </a:xfrm>
          <a:prstGeom xmlns:a="http://schemas.openxmlformats.org/drawingml/2006/main" prst="roundRect">
            <a:avLst>
              <a:gd name="adj" fmla="val 6509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A688F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g3b1e86c84b1_1_40">
            <a:extLst xmlns:a="http://schemas.openxmlformats.org/drawingml/2006/main">
              <a:ext uri="{FF2B5EF4-FFF2-40B4-BE49-F238E27FC236}">
                <a16:creationId xmlns:a16="http://schemas.microsoft.com/office/drawing/2014/main" id="{B0000DE1-4B08-4363-9DF6-8D5BFFF9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46236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574" name="Google Shape;574;g3b1e86c84b1_1_40">
            <a:extLst xmlns:a="http://schemas.openxmlformats.org/drawingml/2006/main">
              <a:ext uri="{FF2B5EF4-FFF2-40B4-BE49-F238E27FC236}">
                <a16:creationId xmlns:a16="http://schemas.microsoft.com/office/drawing/2014/main" id="{FB3C4F3B-D8A7-485B-BBF3-EADE8BA4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50" y="3376925"/>
            <a:ext cx="21765300" cy="1038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000"/>
              <a:t>• Критерий → проверка → evidence</a:t>
            </a:r>
          </a:p>
          <a:p xmlns:a="http://schemas.openxmlformats.org/drawingml/2006/main">
            <a:r>
              <a:rPr sz="3000"/>
              <a:t>• Summary → ручная сверка с diff</a:t>
            </a:r>
          </a:p>
          <a:p xmlns:a="http://schemas.openxmlformats.org/drawingml/2006/main">
            <a:r>
              <a:rPr sz="3000"/>
              <a:t>• Риск → file:line или источник правила</a:t>
            </a:r>
          </a:p>
          <a:p xmlns:a="http://schemas.openxmlformats.org/drawingml/2006/main">
            <a:r>
              <a:rPr sz="3000"/>
              <a:t>• Проверка → конкретная команда</a:t>
            </a:r>
          </a:p>
          <a:p xmlns:a="http://schemas.openxmlformats.org/drawingml/2006/main">
            <a:r>
              <a:rPr sz="3000"/>
              <a:t>• Запрет → guardrail</a:t>
            </a:r>
          </a:p>
          <a:p xmlns:a="http://schemas.openxmlformats.org/drawingml/2006/main">
            <a:r>
              <a:rPr sz="3000"/>
              <a:t>• Ошибка → ожидаемая остановка</a:t>
            </a:r>
          </a:p>
        </p:txBody>
      </p:sp>
      <p:sp>
        <p:nvSpPr>
          <p:cNvPr id="575" name="Google Shape;575;g3b1e86c84b1_1_40">
            <a:extLst xmlns:a="http://schemas.openxmlformats.org/drawingml/2006/main">
              <a:ext uri="{FF2B5EF4-FFF2-40B4-BE49-F238E27FC236}">
                <a16:creationId xmlns:a16="http://schemas.microsoft.com/office/drawing/2014/main" id="{51458223-BF0A-45AA-B7A2-3776AF61A0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779458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Проверка</a:t>
            </a:r>
          </a:p>
        </p:txBody>
      </p:sp>
      <p:pic>
        <p:nvPicPr>
          <p:cNvPr id="583" name="Google Shape;576;g3b1e86c84b1_1_4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39d24ae63f44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0154456" y="1428702"/>
            <a:ext cx="1934475" cy="193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470864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21" name="Google Shape;611;g3b2df968d6c_0_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7cafb2ef5754c5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8456063" y="-276876"/>
            <a:ext cx="9457187" cy="945718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2" name="Google Shape;612;g3b2df968d6c_0_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0de44c5ede402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916525" y="-11272"/>
            <a:ext cx="7434364" cy="779200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13" name="Google Shape;613;g3b2df968d6c_0_21">
            <a:extLst xmlns:a="http://schemas.openxmlformats.org/drawingml/2006/main">
              <a:ext uri="{FF2B5EF4-FFF2-40B4-BE49-F238E27FC236}">
                <a16:creationId xmlns:a16="http://schemas.microsoft.com/office/drawing/2014/main" id="{CE1613A9-F0A8-472E-BE5D-B658A555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107" y="4466620"/>
            <a:ext cx="17919600" cy="699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C1E"/>
          </a:solidFill>
          <a:ln xmlns:a="http://schemas.openxmlformats.org/drawingml/2006/main" w="8975" cmpd="sng">
            <a:solidFill>
              <a:srgbClr val="5E5E5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86075" tIns="86075" rIns="86075" bIns="86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318"/>
          </a:p>
        </p:txBody>
      </p:sp>
      <p:sp>
        <p:nvSpPr>
          <p:cNvPr id="614" name="Google Shape;614;g3b2df968d6c_0_21">
            <a:extLst xmlns:a="http://schemas.openxmlformats.org/drawingml/2006/main">
              <a:ext uri="{FF2B5EF4-FFF2-40B4-BE49-F238E27FC236}">
                <a16:creationId xmlns:a16="http://schemas.microsoft.com/office/drawing/2014/main" id="{3E10B82A-1EA5-4345-80AA-9BB46E5F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1275" y="4332575"/>
            <a:ext cx="17919600" cy="704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925" cmpd="sng">
            <a:solidFill>
              <a:srgbClr val="1A1C1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86075" tIns="86075" rIns="86075" bIns="8607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318"/>
          </a:p>
        </p:txBody>
      </p:sp>
      <p:sp>
        <p:nvSpPr>
          <p:cNvPr id="615" name="Google Shape;615;g3b2df968d6c_0_21">
            <a:extLst xmlns:a="http://schemas.openxmlformats.org/drawingml/2006/main">
              <a:ext uri="{FF2B5EF4-FFF2-40B4-BE49-F238E27FC236}">
                <a16:creationId xmlns:a16="http://schemas.microsoft.com/office/drawing/2014/main" id="{2D7CC6AE-F2DC-4A4E-A6B9-3D043267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25511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616" name="Google Shape;616;g3b2df968d6c_0_21">
            <a:extLst xmlns:a="http://schemas.openxmlformats.org/drawingml/2006/main">
              <a:ext uri="{FF2B5EF4-FFF2-40B4-BE49-F238E27FC236}">
                <a16:creationId xmlns:a16="http://schemas.microsoft.com/office/drawing/2014/main" id="{8822ED41-8F59-4A8E-BB32-A1B5866888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695408"/>
            <a:ext cx="23261700" cy="128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300" b="1">
                <a:latin typeface="Helvetica Neue"/>
                <a:ea typeface="Helvetica Neue"/>
                <a:cs typeface="Helvetica Neue"/>
              </a:rPr>
              <a:t>ReAct: действия ограничены</a:t>
            </a:r>
          </a:p>
        </p:txBody>
      </p:sp>
      <p:pic>
        <p:nvPicPr>
          <p:cNvPr id="627" name="Google Shape;617;g3b2df968d6c_0_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d4e1da42044a9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66675" y="5223383"/>
            <a:ext cx="17068800" cy="5486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628" name="Google Shape;618;g3b2df968d6c_0_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cbf844d20d479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2215" y="10571478"/>
            <a:ext cx="9388675" cy="334062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261690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69" name="Google Shape;560;g3b1e86c84b1_1_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d692587b3b5471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778622" y="3162013"/>
            <a:ext cx="7970374" cy="2836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70" name="Google Shape;561;g3b1e86c84b1_1_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41a15c84a14f6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099399" y="2396149"/>
            <a:ext cx="11092650" cy="11092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562" name="Google Shape;562;g3b1e86c84b1_1_12">
            <a:extLst xmlns:a="http://schemas.openxmlformats.org/drawingml/2006/main">
              <a:ext uri="{FF2B5EF4-FFF2-40B4-BE49-F238E27FC236}">
                <a16:creationId xmlns:a16="http://schemas.microsoft.com/office/drawing/2014/main" id="{ED37FE3F-F2B4-407B-B200-496406B2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50" y="4470050"/>
            <a:ext cx="21788700" cy="5734800"/>
          </a:xfrm>
          <a:prstGeom xmlns:a="http://schemas.openxmlformats.org/drawingml/2006/main" prst="roundRect">
            <a:avLst>
              <a:gd name="adj" fmla="val 8056"/>
            </a:avLst>
          </a:prstGeom>
          <a:solidFill xmlns:a="http://schemas.openxmlformats.org/drawingml/2006/main">
            <a:schemeClr val="lt1"/>
          </a:solidFill>
          <a:ln xmlns:a="http://schemas.openxmlformats.org/drawingml/2006/main" w="38100" cmpd="sng">
            <a:solidFill>
              <a:srgbClr val="A688FE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g3b1e86c84b1_1_12">
            <a:extLst xmlns:a="http://schemas.openxmlformats.org/drawingml/2006/main">
              <a:ext uri="{FF2B5EF4-FFF2-40B4-BE49-F238E27FC236}">
                <a16:creationId xmlns:a16="http://schemas.microsoft.com/office/drawing/2014/main" id="{71809AF2-0174-4519-88F7-E6C4FEF6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25511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564" name="Google Shape;564;g3b1e86c84b1_1_12">
            <a:extLst xmlns:a="http://schemas.openxmlformats.org/drawingml/2006/main">
              <a:ext uri="{FF2B5EF4-FFF2-40B4-BE49-F238E27FC236}">
                <a16:creationId xmlns:a16="http://schemas.microsoft.com/office/drawing/2014/main" id="{BC0AEA34-46D5-4F2A-A03B-30FEC291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550" y="4734725"/>
            <a:ext cx="20544900" cy="512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r>
              <a:rPr sz="3000"/>
              <a:t>• Откройте свои изменённые файлы.</a:t>
            </a:r>
          </a:p>
          <a:p xmlns:a="http://schemas.openxmlformats.org/drawingml/2006/main">
            <a:r>
              <a:rPr sz="3000"/>
              <a:t>• Сверьте утверждения с источниками.</a:t>
            </a:r>
          </a:p>
          <a:p xmlns:a="http://schemas.openxmlformats.org/drawingml/2006/main">
            <a:r>
              <a:rPr sz="3000"/>
              <a:t>• Уточните двусмысленные требования.</a:t>
            </a:r>
          </a:p>
          <a:p xmlns:a="http://schemas.openxmlformats.org/drawingml/2006/main">
            <a:r>
              <a:rPr sz="3000"/>
              <a:t>• Проверьте критерии приёмки.</a:t>
            </a:r>
          </a:p>
          <a:p xmlns:a="http://schemas.openxmlformats.org/drawingml/2006/main">
            <a:r>
              <a:rPr sz="3000"/>
              <a:t>• Проверьте граничные сценарии.</a:t>
            </a:r>
          </a:p>
          <a:p xmlns:a="http://schemas.openxmlformats.org/drawingml/2006/main">
            <a:r>
              <a:rPr sz="3000"/>
              <a:t>• Укажите существенные риски.</a:t>
            </a:r>
          </a:p>
          <a:p xmlns:a="http://schemas.openxmlformats.org/drawingml/2006/main">
            <a:r>
              <a:rPr sz="3000"/>
              <a:t>• Поручите OpenCode исправления.</a:t>
            </a:r>
          </a:p>
        </p:txBody>
      </p:sp>
      <p:sp>
        <p:nvSpPr>
          <p:cNvPr id="565" name="Google Shape;565;g3b1e86c84b1_1_12">
            <a:extLst xmlns:a="http://schemas.openxmlformats.org/drawingml/2006/main">
              <a:ext uri="{FF2B5EF4-FFF2-40B4-BE49-F238E27FC236}">
                <a16:creationId xmlns:a16="http://schemas.microsoft.com/office/drawing/2014/main" id="{57A0E98B-A44E-4C94-8EC3-9131EE06D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150" y="1779458"/>
            <a:ext cx="23261700" cy="123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900" b="1">
                <a:latin typeface="Helvetica Neue"/>
                <a:ea typeface="Helvetica Neue"/>
                <a:cs typeface="Helvetica Neue"/>
              </a:rPr>
              <a:t>Проверка своих изменений</a:t>
            </a:r>
          </a:p>
        </p:txBody>
      </p:sp>
      <p:pic>
        <p:nvPicPr>
          <p:cNvPr id="575" name="Google Shape;566;g3b1e86c84b1_1_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b59cbe99a44ed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1497831" y="8986389"/>
            <a:ext cx="1934475" cy="193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9787606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49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8c7dd6508ef4ae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643650" y="471100"/>
            <a:ext cx="6022500" cy="602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g3aab872a610_1_18">
            <a:extLst xmlns:a="http://schemas.openxmlformats.org/drawingml/2006/main">
              <a:ext uri="{FF2B5EF4-FFF2-40B4-BE49-F238E27FC236}">
                <a16:creationId xmlns:a16="http://schemas.microsoft.com/office/drawing/2014/main" id="{09C33428-FB9B-4A4C-B78D-F2024AB1E7C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89100" y="2986575"/>
            <a:ext cx="22607700" cy="155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</a:pPr>
            <a:r>
              <a:rPr sz="15800"/>
              <a:t>Домашняя работа</a:t>
            </a:r>
            <a:endParaRPr/>
          </a:p>
        </p:txBody>
      </p:sp>
      <p:sp>
        <p:nvSpPr>
          <p:cNvPr id="151" name="Google Shape;151;g3aab872a610_1_18">
            <a:extLst xmlns:a="http://schemas.openxmlformats.org/drawingml/2006/main">
              <a:ext uri="{FF2B5EF4-FFF2-40B4-BE49-F238E27FC236}">
                <a16:creationId xmlns:a16="http://schemas.microsoft.com/office/drawing/2014/main" id="{FC733544-3C64-425C-83CC-9F643E26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388" y="657903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152" name="Google Shape;152;g3aab872a610_1_18">
            <a:extLst xmlns:a="http://schemas.openxmlformats.org/drawingml/2006/main">
              <a:ext uri="{FF2B5EF4-FFF2-40B4-BE49-F238E27FC236}">
                <a16:creationId xmlns:a16="http://schemas.microsoft.com/office/drawing/2014/main" id="{A16847E6-218B-4F09-B859-46DFFF9E1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1101" y="5651975"/>
            <a:ext cx="17687100" cy="67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r>
              <a:rPr sz="3000"/>
              <a:t>1. OpenCode завершает 6 experiment.md</a:t>
            </a:r>
          </a:p>
          <a:p xmlns:a="http://schemas.openxmlformats.org/drawingml/2006/main">
            <a:r>
              <a:rPr sz="3000"/>
              <a:t>2. Проверьте diff и передайте агенту правки</a:t>
            </a:r>
          </a:p>
          <a:p xmlns:a="http://schemas.openxmlformats.org/drawingml/2006/main">
            <a:r>
              <a:rPr sz="3000"/>
              <a:t>3. PR в своём форке: practice_02 в main</a:t>
            </a:r>
          </a:p>
          <a:p xmlns:a="http://schemas.openxmlformats.org/drawingml/2006/main">
            <a:r>
              <a:rPr sz="3000"/>
              <a:t>4. Пока первая на ревью, base: practice_01</a:t>
            </a:r>
          </a:p>
        </p:txBody>
      </p:sp>
      <p:pic>
        <p:nvPicPr>
          <p:cNvPr id="160" name="Google Shape;153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83e2afd8a149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689756" y="5486847"/>
            <a:ext cx="10255775" cy="10255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1" name="Google Shape;154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3730c83deb046a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783102" y="5287322"/>
            <a:ext cx="6237102" cy="62370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0549603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6" name="Google Shape;149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1475b6acf63495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-1643650" y="471100"/>
            <a:ext cx="6022500" cy="602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0" name="Google Shape;150;g3aab872a610_1_18">
            <a:extLst xmlns:a="http://schemas.openxmlformats.org/drawingml/2006/main">
              <a:ext uri="{FF2B5EF4-FFF2-40B4-BE49-F238E27FC236}">
                <a16:creationId xmlns:a16="http://schemas.microsoft.com/office/drawing/2014/main" id="{09C33428-FB9B-4A4C-B78D-F2024AB1E7C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89100" y="2986575"/>
            <a:ext cx="22607700" cy="155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0"/>
              <a:buFont typeface="Helvetica Neue"/>
              <a:buNone/>
            </a:pPr>
            <a:r>
              <a:rPr sz="15800"/>
              <a:t>Критерии · 10 баллов</a:t>
            </a:r>
            <a:endParaRPr/>
          </a:p>
        </p:txBody>
      </p:sp>
      <p:sp>
        <p:nvSpPr>
          <p:cNvPr id="151" name="Google Shape;151;g3aab872a610_1_18">
            <a:extLst xmlns:a="http://schemas.openxmlformats.org/drawingml/2006/main">
              <a:ext uri="{FF2B5EF4-FFF2-40B4-BE49-F238E27FC236}">
                <a16:creationId xmlns:a16="http://schemas.microsoft.com/office/drawing/2014/main" id="{FC733544-3C64-425C-83CC-9F643E26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388" y="657903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152" name="Google Shape;152;g3aab872a610_1_18">
            <a:extLst xmlns:a="http://schemas.openxmlformats.org/drawingml/2006/main">
              <a:ext uri="{FF2B5EF4-FFF2-40B4-BE49-F238E27FC236}">
                <a16:creationId xmlns:a16="http://schemas.microsoft.com/office/drawing/2014/main" id="{A16847E6-218B-4F09-B859-46DFFF9E1C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51101" y="5651975"/>
            <a:ext cx="17687100" cy="67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r>
              <a:rPr sz="2700"/>
              <a:t>• Структура и make step2 — 1</a:t>
            </a:r>
          </a:p>
          <a:p xmlns:a="http://schemas.openxmlformats.org/drawingml/2006/main">
            <a:r>
              <a:rPr sz="2700"/>
              <a:t>• prompts.md и 6 экспериментов — 2</a:t>
            </a:r>
          </a:p>
          <a:p xmlns:a="http://schemas.openxmlformats.org/drawingml/2006/main">
            <a:r>
              <a:rPr sz="2700"/>
              <a:t>• Техники различимы и применены по назначению — 3</a:t>
            </a:r>
          </a:p>
          <a:p xmlns:a="http://schemas.openxmlformats.org/drawingml/2006/main">
            <a:r>
              <a:rPr sz="2700"/>
              <a:t>• Ссылки на изменения файлов Практики 1 — 2</a:t>
            </a:r>
          </a:p>
          <a:p xmlns:a="http://schemas.openxmlformats.org/drawingml/2006/main">
            <a:r>
              <a:rPr sz="2700"/>
              <a:t>• Проверки и исправления по ревью — 2</a:t>
            </a:r>
          </a:p>
        </p:txBody>
      </p:sp>
      <p:pic>
        <p:nvPicPr>
          <p:cNvPr id="160" name="Google Shape;153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c90d422889645c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689756" y="5486847"/>
            <a:ext cx="10255775" cy="102557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1" name="Google Shape;154;g3aab872a610_1_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923ae3f81d2499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783102" y="5287322"/>
            <a:ext cx="6237102" cy="623701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90549603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7" name="Google Shape;787;g3b2df968d6c_0_29">
            <a:extLst xmlns:a="http://schemas.openxmlformats.org/drawingml/2006/main">
              <a:ext uri="{FF2B5EF4-FFF2-40B4-BE49-F238E27FC236}">
                <a16:creationId xmlns:a16="http://schemas.microsoft.com/office/drawing/2014/main" id="{18C2FFEE-3D4C-4417-97C6-125E07F8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00" y="725511"/>
            <a:ext cx="11424300" cy="523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</a:pPr>
            <a:r>
              <a:rPr sz="2800" b="1" i="0" u="non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Saint Petersburg | 2026</a:t>
            </a:r>
          </a:p>
        </p:txBody>
      </p:sp>
      <p:sp>
        <p:nvSpPr>
          <p:cNvPr id="788" name="Google Shape;788;g3b2df968d6c_0_29">
            <a:extLst xmlns:a="http://schemas.openxmlformats.org/drawingml/2006/main">
              <a:ext uri="{FF2B5EF4-FFF2-40B4-BE49-F238E27FC236}">
                <a16:creationId xmlns:a16="http://schemas.microsoft.com/office/drawing/2014/main" id="{CF466722-898C-4784-95F0-64FA516672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86075" y="5126400"/>
            <a:ext cx="17945400" cy="4937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0" b="1">
                <a:latin typeface="Helvetica Neue"/>
                <a:ea typeface="Helvetica Neue"/>
                <a:cs typeface="Helvetica Neue"/>
              </a:rPr>
              <a:t>Готово, если другой инженер</a:t>
            </a:r>
            <a:endParaRPr sz="80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0" b="1">
                <a:latin typeface="Helvetica Neue"/>
                <a:ea typeface="Helvetica Neue"/>
                <a:cs typeface="Helvetica Neue"/>
              </a:rPr>
              <a:t>может принять или отклонить</a:t>
            </a:r>
            <a:endParaRPr sz="8000"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0" b="1">
                <a:latin typeface="Helvetica Neue"/>
                <a:ea typeface="Helvetica Neue"/>
                <a:cs typeface="Helvetica Neue"/>
              </a:rPr>
              <a:t>результат без устных пояснений.</a:t>
            </a:r>
            <a:endParaRPr sz="8000"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89" name="Google Shape;789;g3b2df968d6c_0_29">
            <a:extLst xmlns:a="http://schemas.openxmlformats.org/drawingml/2006/main">
              <a:ext uri="{FF2B5EF4-FFF2-40B4-BE49-F238E27FC236}">
                <a16:creationId xmlns:a16="http://schemas.microsoft.com/office/drawing/2014/main" id="{424AFAAA-FF46-431C-A5EA-8AABEA00D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5450" y="30775"/>
            <a:ext cx="6178500" cy="1535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88F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04700" tIns="102325" rIns="204700" bIns="1023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74"/>
              <a:buFont typeface="Arial"/>
              <a:buNone/>
            </a:pPr>
            <a:endParaRPr sz="5374" b="0" i="0" u="none" cap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97" name="Google Shape;791;g3b2df968d6c_0_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db36ca40364f90">
            <a:alphaModFix/>
          </a:blip>
          <a:srcRect xmlns:a="http://schemas.openxmlformats.org/drawingml/2006/main" l="18235" t="10236" r="10727" b="22816"/>
          <a:stretch xmlns:a="http://schemas.openxmlformats.org/drawingml/2006/main"/>
        </p:blipFill>
        <p:spPr>
          <a:xfrm xmlns:a="http://schemas.openxmlformats.org/drawingml/2006/main" rot="8302085">
            <a:off x="18514227" y="924361"/>
            <a:ext cx="6881230" cy="648519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8" name="Google Shape;792;g3b2df968d6c_0_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9fc2430c564318">
            <a:alphaModFix/>
          </a:blip>
          <a:srcRect xmlns:a="http://schemas.openxmlformats.org/drawingml/2006/main" l="9379" t="0" r="0" b="0"/>
          <a:stretch xmlns:a="http://schemas.openxmlformats.org/drawingml/2006/main"/>
        </p:blipFill>
        <p:spPr>
          <a:xfrm xmlns:a="http://schemas.openxmlformats.org/drawingml/2006/main" rot="-251243">
            <a:off x="18086312" y="6047645"/>
            <a:ext cx="8275017" cy="904889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799" name="Google Shape;793;g3b2df968d6c_0_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a375185df441e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848106" y="2249502"/>
            <a:ext cx="1934475" cy="193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800" name="Google Shape;794;g3b2df968d6c_0_2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920b1be48304e7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6075" y="5667400"/>
            <a:ext cx="2838625" cy="1387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536930369"/>
      </p:ext>
    </p:extLst>
  </p:cSld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2026-09-15T08:48:44.6890000Z</dcterms:created>
  <dcterms:modified xsi:type="dcterms:W3CDTF">2026-09-15T08:48:44.6890000Z</dcterms:modified>
</coreProperties>
</file>